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</p:sldMasterIdLst>
  <p:notesMasterIdLst>
    <p:notesMasterId r:id="rId25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70" r:id="rId18"/>
    <p:sldId id="269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jKlC/wQVDpWi+AIniRjO3dTFFOP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7" d="100"/>
          <a:sy n="77" d="100"/>
        </p:scale>
        <p:origin x="88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customschemas.google.com/relationships/presentationmetadata" Target="meta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2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viewProps" Target="viewProps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lang="es-CL" sz="1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‹Nº›</a:t>
            </a:fld>
            <a:endParaRPr sz="14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040" cy="30859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" name="Google Shape;102;p1:notes"/>
          <p:cNvSpPr txBox="1">
            <a:spLocks noGrp="1"/>
          </p:cNvSpPr>
          <p:nvPr>
            <p:ph type="body" idx="1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6000" lvl="0" indent="-21600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800" b="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:notes"/>
          <p:cNvSpPr txBox="1"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lang="es-CL" sz="1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0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2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3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80" cy="40089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 principal" type="blank">
  <p:cSld name="BLANK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 interior 1" type="blank">
  <p:cSld name="BLANK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IOR 1" type="blank">
  <p:cSld name="BLANK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 interior 2" type="blank">
  <p:cSld name="BLANK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 interior 4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 interior 3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PA FINAL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IOR 2" type="blank">
  <p:cSld name="BLANK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IOR 3" type="blank">
  <p:cSld name="BLANK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859120" y="1796760"/>
            <a:ext cx="70560" cy="326412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4"/>
          <p:cNvSpPr/>
          <p:nvPr/>
        </p:nvSpPr>
        <p:spPr>
          <a:xfrm>
            <a:off x="5945040" y="616680"/>
            <a:ext cx="5674320" cy="566676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4"/>
          <p:cNvSpPr/>
          <p:nvPr/>
        </p:nvSpPr>
        <p:spPr>
          <a:xfrm>
            <a:off x="6398640" y="2788560"/>
            <a:ext cx="294480" cy="29448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" name="Google Shape;13;p14"/>
          <p:cNvCxnSpPr/>
          <p:nvPr/>
        </p:nvCxnSpPr>
        <p:spPr>
          <a:xfrm>
            <a:off x="6995880" y="4106160"/>
            <a:ext cx="4115160" cy="36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" name="Google Shape;14;p14"/>
          <p:cNvSpPr txBox="1">
            <a:spLocks noGrp="1"/>
          </p:cNvSpPr>
          <p:nvPr>
            <p:ph type="title"/>
          </p:nvPr>
        </p:nvSpPr>
        <p:spPr>
          <a:xfrm>
            <a:off x="6915960" y="2601360"/>
            <a:ext cx="4377600" cy="130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pic>
        <p:nvPicPr>
          <p:cNvPr id="15" name="Google Shape;15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68680" y="1207080"/>
            <a:ext cx="3375720" cy="541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4"/>
          <p:cNvSpPr txBox="1">
            <a:spLocks noGrp="1"/>
          </p:cNvSpPr>
          <p:nvPr>
            <p:ph type="body" idx="1"/>
          </p:nvPr>
        </p:nvSpPr>
        <p:spPr>
          <a:xfrm rot="-2190600">
            <a:off x="167400" y="2887200"/>
            <a:ext cx="10722240" cy="1741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6"/>
          <p:cNvSpPr/>
          <p:nvPr/>
        </p:nvSpPr>
        <p:spPr>
          <a:xfrm>
            <a:off x="7765200" y="2143800"/>
            <a:ext cx="3936600" cy="2845080"/>
          </a:xfrm>
          <a:prstGeom prst="rect">
            <a:avLst/>
          </a:prstGeom>
          <a:solidFill>
            <a:srgbClr val="FFFFFF">
              <a:alpha val="30980"/>
            </a:srgbClr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6"/>
          <p:cNvSpPr/>
          <p:nvPr/>
        </p:nvSpPr>
        <p:spPr>
          <a:xfrm>
            <a:off x="7765200" y="2143800"/>
            <a:ext cx="342360" cy="34236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6"/>
          <p:cNvSpPr txBox="1">
            <a:spLocks noGrp="1"/>
          </p:cNvSpPr>
          <p:nvPr>
            <p:ph type="title"/>
          </p:nvPr>
        </p:nvSpPr>
        <p:spPr>
          <a:xfrm>
            <a:off x="8458560" y="2752560"/>
            <a:ext cx="2805480" cy="162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22" name="Google Shape;22;p16"/>
          <p:cNvSpPr/>
          <p:nvPr/>
        </p:nvSpPr>
        <p:spPr>
          <a:xfrm>
            <a:off x="0" y="2694960"/>
            <a:ext cx="1459440" cy="146736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6"/>
          <p:cNvSpPr/>
          <p:nvPr/>
        </p:nvSpPr>
        <p:spPr>
          <a:xfrm>
            <a:off x="0" y="2752560"/>
            <a:ext cx="1459440" cy="13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8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8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8"/>
          <p:cNvSpPr txBox="1">
            <a:spLocks noGrp="1"/>
          </p:cNvSpPr>
          <p:nvPr>
            <p:ph type="body" idx="1"/>
          </p:nvPr>
        </p:nvSpPr>
        <p:spPr>
          <a:xfrm>
            <a:off x="654840" y="551160"/>
            <a:ext cx="491652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body" idx="2"/>
          </p:nvPr>
        </p:nvSpPr>
        <p:spPr>
          <a:xfrm>
            <a:off x="640800" y="1137600"/>
            <a:ext cx="4930560" cy="5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29" name="Google Shape;29;p18"/>
          <p:cNvSpPr/>
          <p:nvPr/>
        </p:nvSpPr>
        <p:spPr>
          <a:xfrm>
            <a:off x="0" y="0"/>
            <a:ext cx="552600" cy="55260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" name="Google Shape;30;p18"/>
          <p:cNvGrpSpPr/>
          <p:nvPr/>
        </p:nvGrpSpPr>
        <p:grpSpPr>
          <a:xfrm>
            <a:off x="10559160" y="6273360"/>
            <a:ext cx="1404720" cy="320760"/>
            <a:chOff x="10559160" y="6273360"/>
            <a:chExt cx="1404720" cy="320760"/>
          </a:xfrm>
        </p:grpSpPr>
        <p:sp>
          <p:nvSpPr>
            <p:cNvPr id="31" name="Google Shape;31;p18"/>
            <p:cNvSpPr/>
            <p:nvPr/>
          </p:nvSpPr>
          <p:spPr>
            <a:xfrm>
              <a:off x="10559160" y="6311160"/>
              <a:ext cx="868320" cy="281520"/>
            </a:xfrm>
            <a:custGeom>
              <a:avLst/>
              <a:gdLst/>
              <a:ahLst/>
              <a:cxnLst/>
              <a:rect l="l" t="t" r="r" b="b"/>
              <a:pathLst>
                <a:path w="1618615" h="525145" extrusionOk="0">
                  <a:moveTo>
                    <a:pt x="453097" y="247865"/>
                  </a:moveTo>
                  <a:lnTo>
                    <a:pt x="449186" y="196367"/>
                  </a:lnTo>
                  <a:lnTo>
                    <a:pt x="437921" y="151307"/>
                  </a:lnTo>
                  <a:lnTo>
                    <a:pt x="419925" y="112522"/>
                  </a:lnTo>
                  <a:lnTo>
                    <a:pt x="395884" y="79870"/>
                  </a:lnTo>
                  <a:lnTo>
                    <a:pt x="366445" y="53213"/>
                  </a:lnTo>
                  <a:lnTo>
                    <a:pt x="330708" y="31546"/>
                  </a:lnTo>
                  <a:lnTo>
                    <a:pt x="330708" y="251650"/>
                  </a:lnTo>
                  <a:lnTo>
                    <a:pt x="325094" y="307492"/>
                  </a:lnTo>
                  <a:lnTo>
                    <a:pt x="308851" y="352729"/>
                  </a:lnTo>
                  <a:lnTo>
                    <a:pt x="282892" y="387540"/>
                  </a:lnTo>
                  <a:lnTo>
                    <a:pt x="248132" y="412089"/>
                  </a:lnTo>
                  <a:lnTo>
                    <a:pt x="205486" y="426542"/>
                  </a:lnTo>
                  <a:lnTo>
                    <a:pt x="155841" y="431076"/>
                  </a:lnTo>
                  <a:lnTo>
                    <a:pt x="145161" y="431038"/>
                  </a:lnTo>
                  <a:lnTo>
                    <a:pt x="134264" y="430784"/>
                  </a:lnTo>
                  <a:lnTo>
                    <a:pt x="124079" y="430098"/>
                  </a:lnTo>
                  <a:lnTo>
                    <a:pt x="115519" y="428764"/>
                  </a:lnTo>
                  <a:lnTo>
                    <a:pt x="115519" y="93497"/>
                  </a:lnTo>
                  <a:lnTo>
                    <a:pt x="124383" y="91821"/>
                  </a:lnTo>
                  <a:lnTo>
                    <a:pt x="136080" y="90347"/>
                  </a:lnTo>
                  <a:lnTo>
                    <a:pt x="150622" y="89319"/>
                  </a:lnTo>
                  <a:lnTo>
                    <a:pt x="168008" y="88925"/>
                  </a:lnTo>
                  <a:lnTo>
                    <a:pt x="214909" y="93319"/>
                  </a:lnTo>
                  <a:lnTo>
                    <a:pt x="254800" y="106616"/>
                  </a:lnTo>
                  <a:lnTo>
                    <a:pt x="286994" y="128943"/>
                  </a:lnTo>
                  <a:lnTo>
                    <a:pt x="310832" y="160464"/>
                  </a:lnTo>
                  <a:lnTo>
                    <a:pt x="325628" y="201320"/>
                  </a:lnTo>
                  <a:lnTo>
                    <a:pt x="330708" y="251650"/>
                  </a:lnTo>
                  <a:lnTo>
                    <a:pt x="330708" y="31546"/>
                  </a:lnTo>
                  <a:lnTo>
                    <a:pt x="326796" y="29171"/>
                  </a:lnTo>
                  <a:lnTo>
                    <a:pt x="279666" y="12636"/>
                  </a:lnTo>
                  <a:lnTo>
                    <a:pt x="223278" y="3073"/>
                  </a:lnTo>
                  <a:lnTo>
                    <a:pt x="155841" y="0"/>
                  </a:lnTo>
                  <a:lnTo>
                    <a:pt x="113093" y="711"/>
                  </a:lnTo>
                  <a:lnTo>
                    <a:pt x="72212" y="2857"/>
                  </a:lnTo>
                  <a:lnTo>
                    <a:pt x="34175" y="6413"/>
                  </a:lnTo>
                  <a:lnTo>
                    <a:pt x="0" y="11417"/>
                  </a:lnTo>
                  <a:lnTo>
                    <a:pt x="0" y="513930"/>
                  </a:lnTo>
                  <a:lnTo>
                    <a:pt x="23964" y="516724"/>
                  </a:lnTo>
                  <a:lnTo>
                    <a:pt x="53784" y="519150"/>
                  </a:lnTo>
                  <a:lnTo>
                    <a:pt x="89585" y="520877"/>
                  </a:lnTo>
                  <a:lnTo>
                    <a:pt x="131495" y="521525"/>
                  </a:lnTo>
                  <a:lnTo>
                    <a:pt x="189534" y="518960"/>
                  </a:lnTo>
                  <a:lnTo>
                    <a:pt x="242811" y="511162"/>
                  </a:lnTo>
                  <a:lnTo>
                    <a:pt x="290804" y="498043"/>
                  </a:lnTo>
                  <a:lnTo>
                    <a:pt x="332955" y="479501"/>
                  </a:lnTo>
                  <a:lnTo>
                    <a:pt x="368719" y="455409"/>
                  </a:lnTo>
                  <a:lnTo>
                    <a:pt x="396163" y="427177"/>
                  </a:lnTo>
                  <a:lnTo>
                    <a:pt x="419430" y="392518"/>
                  </a:lnTo>
                  <a:lnTo>
                    <a:pt x="437400" y="351231"/>
                  </a:lnTo>
                  <a:lnTo>
                    <a:pt x="448983" y="303085"/>
                  </a:lnTo>
                  <a:lnTo>
                    <a:pt x="453097" y="247865"/>
                  </a:lnTo>
                  <a:close/>
                </a:path>
                <a:path w="1618615" h="525145" extrusionOk="0">
                  <a:moveTo>
                    <a:pt x="849947" y="516191"/>
                  </a:moveTo>
                  <a:lnTo>
                    <a:pt x="848817" y="491236"/>
                  </a:lnTo>
                  <a:lnTo>
                    <a:pt x="847839" y="463080"/>
                  </a:lnTo>
                  <a:lnTo>
                    <a:pt x="847140" y="431634"/>
                  </a:lnTo>
                  <a:lnTo>
                    <a:pt x="846874" y="396836"/>
                  </a:lnTo>
                  <a:lnTo>
                    <a:pt x="846874" y="144449"/>
                  </a:lnTo>
                  <a:lnTo>
                    <a:pt x="731316" y="144449"/>
                  </a:lnTo>
                  <a:lnTo>
                    <a:pt x="731316" y="365671"/>
                  </a:lnTo>
                  <a:lnTo>
                    <a:pt x="731037" y="372808"/>
                  </a:lnTo>
                  <a:lnTo>
                    <a:pt x="707301" y="417766"/>
                  </a:lnTo>
                  <a:lnTo>
                    <a:pt x="668985" y="431076"/>
                  </a:lnTo>
                  <a:lnTo>
                    <a:pt x="642531" y="425119"/>
                  </a:lnTo>
                  <a:lnTo>
                    <a:pt x="624332" y="407974"/>
                  </a:lnTo>
                  <a:lnTo>
                    <a:pt x="613841" y="380707"/>
                  </a:lnTo>
                  <a:lnTo>
                    <a:pt x="610463" y="344398"/>
                  </a:lnTo>
                  <a:lnTo>
                    <a:pt x="610463" y="144449"/>
                  </a:lnTo>
                  <a:lnTo>
                    <a:pt x="494906" y="144449"/>
                  </a:lnTo>
                  <a:lnTo>
                    <a:pt x="494906" y="362623"/>
                  </a:lnTo>
                  <a:lnTo>
                    <a:pt x="501205" y="423557"/>
                  </a:lnTo>
                  <a:lnTo>
                    <a:pt x="519036" y="469226"/>
                  </a:lnTo>
                  <a:lnTo>
                    <a:pt x="546785" y="500634"/>
                  </a:lnTo>
                  <a:lnTo>
                    <a:pt x="582866" y="518756"/>
                  </a:lnTo>
                  <a:lnTo>
                    <a:pt x="625652" y="524573"/>
                  </a:lnTo>
                  <a:lnTo>
                    <a:pt x="670026" y="518274"/>
                  </a:lnTo>
                  <a:lnTo>
                    <a:pt x="703491" y="502716"/>
                  </a:lnTo>
                  <a:lnTo>
                    <a:pt x="727113" y="482879"/>
                  </a:lnTo>
                  <a:lnTo>
                    <a:pt x="741972" y="463753"/>
                  </a:lnTo>
                  <a:lnTo>
                    <a:pt x="744245" y="463753"/>
                  </a:lnTo>
                  <a:lnTo>
                    <a:pt x="749592" y="516191"/>
                  </a:lnTo>
                  <a:lnTo>
                    <a:pt x="849947" y="516191"/>
                  </a:lnTo>
                  <a:close/>
                </a:path>
                <a:path w="1618615" h="525145" extrusionOk="0">
                  <a:moveTo>
                    <a:pt x="1277759" y="326885"/>
                  </a:moveTo>
                  <a:lnTo>
                    <a:pt x="1273225" y="280898"/>
                  </a:lnTo>
                  <a:lnTo>
                    <a:pt x="1260055" y="239864"/>
                  </a:lnTo>
                  <a:lnTo>
                    <a:pt x="1247533" y="218948"/>
                  </a:lnTo>
                  <a:lnTo>
                    <a:pt x="1238923" y="204558"/>
                  </a:lnTo>
                  <a:lnTo>
                    <a:pt x="1210513" y="175742"/>
                  </a:lnTo>
                  <a:lnTo>
                    <a:pt x="1175537" y="154216"/>
                  </a:lnTo>
                  <a:lnTo>
                    <a:pt x="1157643" y="148323"/>
                  </a:lnTo>
                  <a:lnTo>
                    <a:pt x="1157643" y="329958"/>
                  </a:lnTo>
                  <a:lnTo>
                    <a:pt x="1152537" y="375627"/>
                  </a:lnTo>
                  <a:lnTo>
                    <a:pt x="1137881" y="410908"/>
                  </a:lnTo>
                  <a:lnTo>
                    <a:pt x="1114679" y="433641"/>
                  </a:lnTo>
                  <a:lnTo>
                    <a:pt x="1083906" y="441693"/>
                  </a:lnTo>
                  <a:lnTo>
                    <a:pt x="1083157" y="441693"/>
                  </a:lnTo>
                  <a:lnTo>
                    <a:pt x="1050861" y="433222"/>
                  </a:lnTo>
                  <a:lnTo>
                    <a:pt x="1027264" y="409867"/>
                  </a:lnTo>
                  <a:lnTo>
                    <a:pt x="1012799" y="374675"/>
                  </a:lnTo>
                  <a:lnTo>
                    <a:pt x="1007884" y="330708"/>
                  </a:lnTo>
                  <a:lnTo>
                    <a:pt x="1012063" y="289839"/>
                  </a:lnTo>
                  <a:lnTo>
                    <a:pt x="1025372" y="254025"/>
                  </a:lnTo>
                  <a:lnTo>
                    <a:pt x="1048931" y="228612"/>
                  </a:lnTo>
                  <a:lnTo>
                    <a:pt x="1083906" y="218948"/>
                  </a:lnTo>
                  <a:lnTo>
                    <a:pt x="1117574" y="228612"/>
                  </a:lnTo>
                  <a:lnTo>
                    <a:pt x="1140447" y="253936"/>
                  </a:lnTo>
                  <a:lnTo>
                    <a:pt x="1153502" y="289521"/>
                  </a:lnTo>
                  <a:lnTo>
                    <a:pt x="1157643" y="329958"/>
                  </a:lnTo>
                  <a:lnTo>
                    <a:pt x="1157643" y="148323"/>
                  </a:lnTo>
                  <a:lnTo>
                    <a:pt x="1134618" y="140728"/>
                  </a:lnTo>
                  <a:lnTo>
                    <a:pt x="1088466" y="136067"/>
                  </a:lnTo>
                  <a:lnTo>
                    <a:pt x="1039609" y="140665"/>
                  </a:lnTo>
                  <a:lnTo>
                    <a:pt x="996442" y="154089"/>
                  </a:lnTo>
                  <a:lnTo>
                    <a:pt x="959637" y="175755"/>
                  </a:lnTo>
                  <a:lnTo>
                    <a:pt x="929855" y="205041"/>
                  </a:lnTo>
                  <a:lnTo>
                    <a:pt x="907770" y="241401"/>
                  </a:lnTo>
                  <a:lnTo>
                    <a:pt x="894016" y="284226"/>
                  </a:lnTo>
                  <a:lnTo>
                    <a:pt x="889292" y="332955"/>
                  </a:lnTo>
                  <a:lnTo>
                    <a:pt x="894245" y="381393"/>
                  </a:lnTo>
                  <a:lnTo>
                    <a:pt x="908405" y="423481"/>
                  </a:lnTo>
                  <a:lnTo>
                    <a:pt x="930757" y="458812"/>
                  </a:lnTo>
                  <a:lnTo>
                    <a:pt x="960272" y="486994"/>
                  </a:lnTo>
                  <a:lnTo>
                    <a:pt x="995946" y="507606"/>
                  </a:lnTo>
                  <a:lnTo>
                    <a:pt x="1036726" y="520268"/>
                  </a:lnTo>
                  <a:lnTo>
                    <a:pt x="1081608" y="524573"/>
                  </a:lnTo>
                  <a:lnTo>
                    <a:pt x="1082382" y="524573"/>
                  </a:lnTo>
                  <a:lnTo>
                    <a:pt x="1124318" y="520725"/>
                  </a:lnTo>
                  <a:lnTo>
                    <a:pt x="1164336" y="509054"/>
                  </a:lnTo>
                  <a:lnTo>
                    <a:pt x="1200772" y="489381"/>
                  </a:lnTo>
                  <a:lnTo>
                    <a:pt x="1231976" y="461518"/>
                  </a:lnTo>
                  <a:lnTo>
                    <a:pt x="1245285" y="441693"/>
                  </a:lnTo>
                  <a:lnTo>
                    <a:pt x="1256322" y="425259"/>
                  </a:lnTo>
                  <a:lnTo>
                    <a:pt x="1272120" y="380453"/>
                  </a:lnTo>
                  <a:lnTo>
                    <a:pt x="1277759" y="326885"/>
                  </a:lnTo>
                  <a:close/>
                </a:path>
                <a:path w="1618615" h="525145" extrusionOk="0">
                  <a:moveTo>
                    <a:pt x="1618411" y="150533"/>
                  </a:moveTo>
                  <a:lnTo>
                    <a:pt x="1598650" y="144424"/>
                  </a:lnTo>
                  <a:lnTo>
                    <a:pt x="1576603" y="139865"/>
                  </a:lnTo>
                  <a:lnTo>
                    <a:pt x="1553413" y="137033"/>
                  </a:lnTo>
                  <a:lnTo>
                    <a:pt x="1530223" y="136055"/>
                  </a:lnTo>
                  <a:lnTo>
                    <a:pt x="1474876" y="141300"/>
                  </a:lnTo>
                  <a:lnTo>
                    <a:pt x="1427530" y="156235"/>
                  </a:lnTo>
                  <a:lnTo>
                    <a:pt x="1388376" y="179628"/>
                  </a:lnTo>
                  <a:lnTo>
                    <a:pt x="1357591" y="210299"/>
                  </a:lnTo>
                  <a:lnTo>
                    <a:pt x="1335366" y="247015"/>
                  </a:lnTo>
                  <a:lnTo>
                    <a:pt x="1321904" y="288569"/>
                  </a:lnTo>
                  <a:lnTo>
                    <a:pt x="1317371" y="333743"/>
                  </a:lnTo>
                  <a:lnTo>
                    <a:pt x="1321968" y="381190"/>
                  </a:lnTo>
                  <a:lnTo>
                    <a:pt x="1335392" y="422783"/>
                  </a:lnTo>
                  <a:lnTo>
                    <a:pt x="1357045" y="458012"/>
                  </a:lnTo>
                  <a:lnTo>
                    <a:pt x="1386344" y="486346"/>
                  </a:lnTo>
                  <a:lnTo>
                    <a:pt x="1422704" y="507225"/>
                  </a:lnTo>
                  <a:lnTo>
                    <a:pt x="1465541" y="520153"/>
                  </a:lnTo>
                  <a:lnTo>
                    <a:pt x="1514259" y="524573"/>
                  </a:lnTo>
                  <a:lnTo>
                    <a:pt x="1546148" y="523240"/>
                  </a:lnTo>
                  <a:lnTo>
                    <a:pt x="1599057" y="514007"/>
                  </a:lnTo>
                  <a:lnTo>
                    <a:pt x="1603971" y="421932"/>
                  </a:lnTo>
                  <a:lnTo>
                    <a:pt x="1590116" y="427050"/>
                  </a:lnTo>
                  <a:lnTo>
                    <a:pt x="1574609" y="430872"/>
                  </a:lnTo>
                  <a:lnTo>
                    <a:pt x="1557248" y="433273"/>
                  </a:lnTo>
                  <a:lnTo>
                    <a:pt x="1537817" y="434098"/>
                  </a:lnTo>
                  <a:lnTo>
                    <a:pt x="1498168" y="427329"/>
                  </a:lnTo>
                  <a:lnTo>
                    <a:pt x="1465795" y="407301"/>
                  </a:lnTo>
                  <a:lnTo>
                    <a:pt x="1443951" y="374446"/>
                  </a:lnTo>
                  <a:lnTo>
                    <a:pt x="1435938" y="329196"/>
                  </a:lnTo>
                  <a:lnTo>
                    <a:pt x="1442631" y="287261"/>
                  </a:lnTo>
                  <a:lnTo>
                    <a:pt x="1462659" y="254304"/>
                  </a:lnTo>
                  <a:lnTo>
                    <a:pt x="1494218" y="232752"/>
                  </a:lnTo>
                  <a:lnTo>
                    <a:pt x="1535557" y="225031"/>
                  </a:lnTo>
                  <a:lnTo>
                    <a:pt x="1556562" y="225958"/>
                  </a:lnTo>
                  <a:lnTo>
                    <a:pt x="1574152" y="228447"/>
                  </a:lnTo>
                  <a:lnTo>
                    <a:pt x="1588592" y="232092"/>
                  </a:lnTo>
                  <a:lnTo>
                    <a:pt x="1600174" y="236435"/>
                  </a:lnTo>
                  <a:lnTo>
                    <a:pt x="1618411" y="15053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18"/>
            <p:cNvSpPr/>
            <p:nvPr/>
          </p:nvSpPr>
          <p:spPr>
            <a:xfrm>
              <a:off x="11487600" y="6334920"/>
              <a:ext cx="208080" cy="258480"/>
            </a:xfrm>
            <a:custGeom>
              <a:avLst/>
              <a:gdLst/>
              <a:ahLst/>
              <a:cxnLst/>
              <a:rect l="l" t="t" r="r" b="b"/>
              <a:pathLst>
                <a:path w="388619" h="482600" extrusionOk="0">
                  <a:moveTo>
                    <a:pt x="388176" y="0"/>
                  </a:moveTo>
                  <a:lnTo>
                    <a:pt x="281090" y="0"/>
                  </a:lnTo>
                  <a:lnTo>
                    <a:pt x="281090" y="273331"/>
                  </a:lnTo>
                  <a:lnTo>
                    <a:pt x="275370" y="327965"/>
                  </a:lnTo>
                  <a:lnTo>
                    <a:pt x="258558" y="366414"/>
                  </a:lnTo>
                  <a:lnTo>
                    <a:pt x="231178" y="389143"/>
                  </a:lnTo>
                  <a:lnTo>
                    <a:pt x="193753" y="396616"/>
                  </a:lnTo>
                  <a:lnTo>
                    <a:pt x="157139" y="388845"/>
                  </a:lnTo>
                  <a:lnTo>
                    <a:pt x="130175" y="365621"/>
                  </a:lnTo>
                  <a:lnTo>
                    <a:pt x="113516" y="327072"/>
                  </a:lnTo>
                  <a:lnTo>
                    <a:pt x="107818" y="273331"/>
                  </a:lnTo>
                  <a:lnTo>
                    <a:pt x="107818" y="0"/>
                  </a:lnTo>
                  <a:lnTo>
                    <a:pt x="0" y="0"/>
                  </a:lnTo>
                  <a:lnTo>
                    <a:pt x="0" y="264892"/>
                  </a:lnTo>
                  <a:lnTo>
                    <a:pt x="4253" y="324651"/>
                  </a:lnTo>
                  <a:lnTo>
                    <a:pt x="16765" y="374300"/>
                  </a:lnTo>
                  <a:lnTo>
                    <a:pt x="37165" y="414172"/>
                  </a:lnTo>
                  <a:lnTo>
                    <a:pt x="65082" y="444602"/>
                  </a:lnTo>
                  <a:lnTo>
                    <a:pt x="100145" y="465925"/>
                  </a:lnTo>
                  <a:lnTo>
                    <a:pt x="141983" y="478473"/>
                  </a:lnTo>
                  <a:lnTo>
                    <a:pt x="190224" y="482582"/>
                  </a:lnTo>
                  <a:lnTo>
                    <a:pt x="240229" y="478290"/>
                  </a:lnTo>
                  <a:lnTo>
                    <a:pt x="283689" y="465335"/>
                  </a:lnTo>
                  <a:lnTo>
                    <a:pt x="320188" y="443592"/>
                  </a:lnTo>
                  <a:lnTo>
                    <a:pt x="349304" y="412939"/>
                  </a:lnTo>
                  <a:lnTo>
                    <a:pt x="370620" y="373254"/>
                  </a:lnTo>
                  <a:lnTo>
                    <a:pt x="383717" y="324414"/>
                  </a:lnTo>
                  <a:lnTo>
                    <a:pt x="388176" y="266295"/>
                  </a:lnTo>
                  <a:lnTo>
                    <a:pt x="38817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" name="Google Shape;33;p18"/>
            <p:cNvGrpSpPr/>
            <p:nvPr/>
          </p:nvGrpSpPr>
          <p:grpSpPr>
            <a:xfrm>
              <a:off x="11724840" y="6273360"/>
              <a:ext cx="239040" cy="320760"/>
              <a:chOff x="11724840" y="6273360"/>
              <a:chExt cx="239040" cy="320760"/>
            </a:xfrm>
          </p:grpSpPr>
          <p:sp>
            <p:nvSpPr>
              <p:cNvPr id="34" name="Google Shape;34;p18"/>
              <p:cNvSpPr/>
              <p:nvPr/>
            </p:nvSpPr>
            <p:spPr>
              <a:xfrm>
                <a:off x="11724840" y="6330960"/>
                <a:ext cx="201600" cy="263160"/>
              </a:xfrm>
              <a:custGeom>
                <a:avLst/>
                <a:gdLst/>
                <a:ahLst/>
                <a:cxnLst/>
                <a:rect l="l" t="t" r="r" b="b"/>
                <a:pathLst>
                  <a:path w="376555" h="490854" extrusionOk="0">
                    <a:moveTo>
                      <a:pt x="259248" y="0"/>
                    </a:moveTo>
                    <a:lnTo>
                      <a:pt x="212510" y="3315"/>
                    </a:lnTo>
                    <a:lnTo>
                      <a:pt x="168577" y="13160"/>
                    </a:lnTo>
                    <a:lnTo>
                      <a:pt x="128168" y="29385"/>
                    </a:lnTo>
                    <a:lnTo>
                      <a:pt x="92002" y="51838"/>
                    </a:lnTo>
                    <a:lnTo>
                      <a:pt x="60799" y="80367"/>
                    </a:lnTo>
                    <a:lnTo>
                      <a:pt x="35278" y="114822"/>
                    </a:lnTo>
                    <a:lnTo>
                      <a:pt x="16158" y="155053"/>
                    </a:lnTo>
                    <a:lnTo>
                      <a:pt x="4159" y="200906"/>
                    </a:lnTo>
                    <a:lnTo>
                      <a:pt x="0" y="252233"/>
                    </a:lnTo>
                    <a:lnTo>
                      <a:pt x="3124" y="296015"/>
                    </a:lnTo>
                    <a:lnTo>
                      <a:pt x="12470" y="336820"/>
                    </a:lnTo>
                    <a:lnTo>
                      <a:pt x="27997" y="374067"/>
                    </a:lnTo>
                    <a:lnTo>
                      <a:pt x="49665" y="407177"/>
                    </a:lnTo>
                    <a:lnTo>
                      <a:pt x="77432" y="435568"/>
                    </a:lnTo>
                    <a:lnTo>
                      <a:pt x="111258" y="458660"/>
                    </a:lnTo>
                    <a:lnTo>
                      <a:pt x="151102" y="475874"/>
                    </a:lnTo>
                    <a:lnTo>
                      <a:pt x="196924" y="486627"/>
                    </a:lnTo>
                    <a:lnTo>
                      <a:pt x="248683" y="490341"/>
                    </a:lnTo>
                    <a:lnTo>
                      <a:pt x="289323" y="488424"/>
                    </a:lnTo>
                    <a:lnTo>
                      <a:pt x="323888" y="483469"/>
                    </a:lnTo>
                    <a:lnTo>
                      <a:pt x="351317" y="476664"/>
                    </a:lnTo>
                    <a:lnTo>
                      <a:pt x="370554" y="469200"/>
                    </a:lnTo>
                    <a:lnTo>
                      <a:pt x="354355" y="385380"/>
                    </a:lnTo>
                    <a:lnTo>
                      <a:pt x="336022" y="391357"/>
                    </a:lnTo>
                    <a:lnTo>
                      <a:pt x="313851" y="396278"/>
                    </a:lnTo>
                    <a:lnTo>
                      <a:pt x="289564" y="399616"/>
                    </a:lnTo>
                    <a:lnTo>
                      <a:pt x="264881" y="400846"/>
                    </a:lnTo>
                    <a:lnTo>
                      <a:pt x="212272" y="393858"/>
                    </a:lnTo>
                    <a:lnTo>
                      <a:pt x="169943" y="373685"/>
                    </a:lnTo>
                    <a:lnTo>
                      <a:pt x="138704" y="341508"/>
                    </a:lnTo>
                    <a:lnTo>
                      <a:pt x="119366" y="298511"/>
                    </a:lnTo>
                    <a:lnTo>
                      <a:pt x="112740" y="245877"/>
                    </a:lnTo>
                    <a:lnTo>
                      <a:pt x="120306" y="188964"/>
                    </a:lnTo>
                    <a:lnTo>
                      <a:pt x="141498" y="144930"/>
                    </a:lnTo>
                    <a:lnTo>
                      <a:pt x="174052" y="113642"/>
                    </a:lnTo>
                    <a:lnTo>
                      <a:pt x="215707" y="94967"/>
                    </a:lnTo>
                    <a:lnTo>
                      <a:pt x="264201" y="88772"/>
                    </a:lnTo>
                    <a:lnTo>
                      <a:pt x="291260" y="90238"/>
                    </a:lnTo>
                    <a:lnTo>
                      <a:pt x="315349" y="94150"/>
                    </a:lnTo>
                    <a:lnTo>
                      <a:pt x="336402" y="99775"/>
                    </a:lnTo>
                    <a:lnTo>
                      <a:pt x="354355" y="106384"/>
                    </a:lnTo>
                    <a:lnTo>
                      <a:pt x="376208" y="21161"/>
                    </a:lnTo>
                    <a:lnTo>
                      <a:pt x="357739" y="13689"/>
                    </a:lnTo>
                    <a:lnTo>
                      <a:pt x="331471" y="6878"/>
                    </a:lnTo>
                    <a:lnTo>
                      <a:pt x="298332" y="1917"/>
                    </a:lnTo>
                    <a:lnTo>
                      <a:pt x="259248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35" name="Google Shape;35;p18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1904120" y="6273360"/>
                <a:ext cx="59760" cy="597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36" name="Google Shape;36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2714760" y="4342320"/>
            <a:ext cx="119160" cy="423864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0"/>
          <p:cNvSpPr/>
          <p:nvPr/>
        </p:nvSpPr>
        <p:spPr>
          <a:xfrm>
            <a:off x="7765200" y="2143800"/>
            <a:ext cx="3936600" cy="2845080"/>
          </a:xfrm>
          <a:prstGeom prst="rect">
            <a:avLst/>
          </a:prstGeom>
          <a:solidFill>
            <a:srgbClr val="FFFFFF">
              <a:alpha val="30980"/>
            </a:srgbClr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0"/>
          <p:cNvSpPr/>
          <p:nvPr/>
        </p:nvSpPr>
        <p:spPr>
          <a:xfrm>
            <a:off x="7765200" y="2143800"/>
            <a:ext cx="342360" cy="34236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0"/>
          <p:cNvSpPr txBox="1">
            <a:spLocks noGrp="1"/>
          </p:cNvSpPr>
          <p:nvPr>
            <p:ph type="title"/>
          </p:nvPr>
        </p:nvSpPr>
        <p:spPr>
          <a:xfrm>
            <a:off x="8458560" y="2752560"/>
            <a:ext cx="2805480" cy="162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3" name="Google Shape;43;p20"/>
          <p:cNvSpPr/>
          <p:nvPr/>
        </p:nvSpPr>
        <p:spPr>
          <a:xfrm>
            <a:off x="0" y="2694960"/>
            <a:ext cx="1459440" cy="146736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20"/>
          <p:cNvSpPr/>
          <p:nvPr/>
        </p:nvSpPr>
        <p:spPr>
          <a:xfrm>
            <a:off x="0" y="2752560"/>
            <a:ext cx="1459440" cy="13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8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8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20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2"/>
          <p:cNvSpPr/>
          <p:nvPr/>
        </p:nvSpPr>
        <p:spPr>
          <a:xfrm>
            <a:off x="7765200" y="2143800"/>
            <a:ext cx="3936600" cy="2845080"/>
          </a:xfrm>
          <a:prstGeom prst="rect">
            <a:avLst/>
          </a:prstGeom>
          <a:solidFill>
            <a:srgbClr val="FFFFFF">
              <a:alpha val="30980"/>
            </a:srgbClr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2"/>
          <p:cNvSpPr/>
          <p:nvPr/>
        </p:nvSpPr>
        <p:spPr>
          <a:xfrm>
            <a:off x="7765200" y="2143800"/>
            <a:ext cx="342360" cy="34236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22"/>
          <p:cNvSpPr txBox="1">
            <a:spLocks noGrp="1"/>
          </p:cNvSpPr>
          <p:nvPr>
            <p:ph type="title"/>
          </p:nvPr>
        </p:nvSpPr>
        <p:spPr>
          <a:xfrm>
            <a:off x="8458560" y="2752560"/>
            <a:ext cx="2805480" cy="162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1" name="Google Shape;51;p22"/>
          <p:cNvSpPr/>
          <p:nvPr/>
        </p:nvSpPr>
        <p:spPr>
          <a:xfrm>
            <a:off x="0" y="2694960"/>
            <a:ext cx="1459440" cy="146736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2"/>
          <p:cNvSpPr/>
          <p:nvPr/>
        </p:nvSpPr>
        <p:spPr>
          <a:xfrm>
            <a:off x="0" y="2752560"/>
            <a:ext cx="1459440" cy="13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8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8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2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4"/>
          <p:cNvSpPr/>
          <p:nvPr/>
        </p:nvSpPr>
        <p:spPr>
          <a:xfrm>
            <a:off x="7765200" y="2143800"/>
            <a:ext cx="3936600" cy="2845080"/>
          </a:xfrm>
          <a:prstGeom prst="rect">
            <a:avLst/>
          </a:prstGeom>
          <a:solidFill>
            <a:srgbClr val="FFFFFF">
              <a:alpha val="30980"/>
            </a:srgbClr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4"/>
          <p:cNvSpPr/>
          <p:nvPr/>
        </p:nvSpPr>
        <p:spPr>
          <a:xfrm>
            <a:off x="7765200" y="2143800"/>
            <a:ext cx="342360" cy="34236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4"/>
          <p:cNvSpPr txBox="1">
            <a:spLocks noGrp="1"/>
          </p:cNvSpPr>
          <p:nvPr>
            <p:ph type="title"/>
          </p:nvPr>
        </p:nvSpPr>
        <p:spPr>
          <a:xfrm>
            <a:off x="8458560" y="2752560"/>
            <a:ext cx="2805480" cy="162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9" name="Google Shape;59;p24"/>
          <p:cNvSpPr/>
          <p:nvPr/>
        </p:nvSpPr>
        <p:spPr>
          <a:xfrm>
            <a:off x="0" y="2694960"/>
            <a:ext cx="1459440" cy="146736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4"/>
          <p:cNvSpPr/>
          <p:nvPr/>
        </p:nvSpPr>
        <p:spPr>
          <a:xfrm>
            <a:off x="0" y="2752560"/>
            <a:ext cx="1459440" cy="13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80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8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6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" name="Google Shape;65;p26"/>
          <p:cNvGrpSpPr/>
          <p:nvPr/>
        </p:nvGrpSpPr>
        <p:grpSpPr>
          <a:xfrm>
            <a:off x="2569680" y="5445720"/>
            <a:ext cx="7052400" cy="563040"/>
            <a:chOff x="2569680" y="5445720"/>
            <a:chExt cx="7052400" cy="563040"/>
          </a:xfrm>
        </p:grpSpPr>
        <p:pic>
          <p:nvPicPr>
            <p:cNvPr id="66" name="Google Shape;66;p2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4569840" y="5445720"/>
              <a:ext cx="5052240" cy="56304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7" name="Google Shape;67;p2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569680" y="5505480"/>
              <a:ext cx="1331280" cy="44352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8" name="Google Shape;68;p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97160" y="2291760"/>
            <a:ext cx="3997440" cy="129672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8"/>
          <p:cNvSpPr/>
          <p:nvPr/>
        </p:nvSpPr>
        <p:spPr>
          <a:xfrm>
            <a:off x="0" y="0"/>
            <a:ext cx="4459320" cy="68576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28"/>
          <p:cNvSpPr/>
          <p:nvPr/>
        </p:nvSpPr>
        <p:spPr>
          <a:xfrm>
            <a:off x="970920" y="900720"/>
            <a:ext cx="3747960" cy="505584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" name="Google Shape;75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 flipH="1">
            <a:off x="10929240" y="3487680"/>
            <a:ext cx="2391840" cy="1332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8"/>
          <p:cNvSpPr txBox="1">
            <a:spLocks noGrp="1"/>
          </p:cNvSpPr>
          <p:nvPr>
            <p:ph type="title"/>
          </p:nvPr>
        </p:nvSpPr>
        <p:spPr>
          <a:xfrm>
            <a:off x="1477440" y="2219040"/>
            <a:ext cx="2805480" cy="162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7" name="Google Shape;77;p28"/>
          <p:cNvSpPr txBox="1">
            <a:spLocks noGrp="1"/>
          </p:cNvSpPr>
          <p:nvPr>
            <p:ph type="body" idx="1"/>
          </p:nvPr>
        </p:nvSpPr>
        <p:spPr>
          <a:xfrm>
            <a:off x="1477440" y="4008960"/>
            <a:ext cx="2805480" cy="7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grpSp>
        <p:nvGrpSpPr>
          <p:cNvPr id="78" name="Google Shape;78;p28"/>
          <p:cNvGrpSpPr/>
          <p:nvPr/>
        </p:nvGrpSpPr>
        <p:grpSpPr>
          <a:xfrm>
            <a:off x="10559160" y="6273360"/>
            <a:ext cx="1404720" cy="320760"/>
            <a:chOff x="10559160" y="6273360"/>
            <a:chExt cx="1404720" cy="320760"/>
          </a:xfrm>
        </p:grpSpPr>
        <p:sp>
          <p:nvSpPr>
            <p:cNvPr id="79" name="Google Shape;79;p28"/>
            <p:cNvSpPr/>
            <p:nvPr/>
          </p:nvSpPr>
          <p:spPr>
            <a:xfrm>
              <a:off x="10559160" y="6311160"/>
              <a:ext cx="868320" cy="281520"/>
            </a:xfrm>
            <a:custGeom>
              <a:avLst/>
              <a:gdLst/>
              <a:ahLst/>
              <a:cxnLst/>
              <a:rect l="l" t="t" r="r" b="b"/>
              <a:pathLst>
                <a:path w="1618615" h="525145" extrusionOk="0">
                  <a:moveTo>
                    <a:pt x="453097" y="247865"/>
                  </a:moveTo>
                  <a:lnTo>
                    <a:pt x="449186" y="196367"/>
                  </a:lnTo>
                  <a:lnTo>
                    <a:pt x="437921" y="151307"/>
                  </a:lnTo>
                  <a:lnTo>
                    <a:pt x="419925" y="112522"/>
                  </a:lnTo>
                  <a:lnTo>
                    <a:pt x="395884" y="79870"/>
                  </a:lnTo>
                  <a:lnTo>
                    <a:pt x="366445" y="53213"/>
                  </a:lnTo>
                  <a:lnTo>
                    <a:pt x="330708" y="31546"/>
                  </a:lnTo>
                  <a:lnTo>
                    <a:pt x="330708" y="251650"/>
                  </a:lnTo>
                  <a:lnTo>
                    <a:pt x="325094" y="307492"/>
                  </a:lnTo>
                  <a:lnTo>
                    <a:pt x="308851" y="352729"/>
                  </a:lnTo>
                  <a:lnTo>
                    <a:pt x="282892" y="387540"/>
                  </a:lnTo>
                  <a:lnTo>
                    <a:pt x="248132" y="412089"/>
                  </a:lnTo>
                  <a:lnTo>
                    <a:pt x="205486" y="426542"/>
                  </a:lnTo>
                  <a:lnTo>
                    <a:pt x="155841" y="431076"/>
                  </a:lnTo>
                  <a:lnTo>
                    <a:pt x="145161" y="431038"/>
                  </a:lnTo>
                  <a:lnTo>
                    <a:pt x="134264" y="430784"/>
                  </a:lnTo>
                  <a:lnTo>
                    <a:pt x="124079" y="430098"/>
                  </a:lnTo>
                  <a:lnTo>
                    <a:pt x="115519" y="428764"/>
                  </a:lnTo>
                  <a:lnTo>
                    <a:pt x="115519" y="93497"/>
                  </a:lnTo>
                  <a:lnTo>
                    <a:pt x="124383" y="91821"/>
                  </a:lnTo>
                  <a:lnTo>
                    <a:pt x="136080" y="90347"/>
                  </a:lnTo>
                  <a:lnTo>
                    <a:pt x="150622" y="89319"/>
                  </a:lnTo>
                  <a:lnTo>
                    <a:pt x="168008" y="88925"/>
                  </a:lnTo>
                  <a:lnTo>
                    <a:pt x="214909" y="93319"/>
                  </a:lnTo>
                  <a:lnTo>
                    <a:pt x="254800" y="106616"/>
                  </a:lnTo>
                  <a:lnTo>
                    <a:pt x="286994" y="128943"/>
                  </a:lnTo>
                  <a:lnTo>
                    <a:pt x="310832" y="160464"/>
                  </a:lnTo>
                  <a:lnTo>
                    <a:pt x="325628" y="201320"/>
                  </a:lnTo>
                  <a:lnTo>
                    <a:pt x="330708" y="251650"/>
                  </a:lnTo>
                  <a:lnTo>
                    <a:pt x="330708" y="31546"/>
                  </a:lnTo>
                  <a:lnTo>
                    <a:pt x="326796" y="29171"/>
                  </a:lnTo>
                  <a:lnTo>
                    <a:pt x="279666" y="12636"/>
                  </a:lnTo>
                  <a:lnTo>
                    <a:pt x="223278" y="3073"/>
                  </a:lnTo>
                  <a:lnTo>
                    <a:pt x="155841" y="0"/>
                  </a:lnTo>
                  <a:lnTo>
                    <a:pt x="113093" y="711"/>
                  </a:lnTo>
                  <a:lnTo>
                    <a:pt x="72212" y="2857"/>
                  </a:lnTo>
                  <a:lnTo>
                    <a:pt x="34175" y="6413"/>
                  </a:lnTo>
                  <a:lnTo>
                    <a:pt x="0" y="11417"/>
                  </a:lnTo>
                  <a:lnTo>
                    <a:pt x="0" y="513930"/>
                  </a:lnTo>
                  <a:lnTo>
                    <a:pt x="23964" y="516724"/>
                  </a:lnTo>
                  <a:lnTo>
                    <a:pt x="53784" y="519150"/>
                  </a:lnTo>
                  <a:lnTo>
                    <a:pt x="89585" y="520877"/>
                  </a:lnTo>
                  <a:lnTo>
                    <a:pt x="131495" y="521525"/>
                  </a:lnTo>
                  <a:lnTo>
                    <a:pt x="189534" y="518960"/>
                  </a:lnTo>
                  <a:lnTo>
                    <a:pt x="242811" y="511162"/>
                  </a:lnTo>
                  <a:lnTo>
                    <a:pt x="290804" y="498043"/>
                  </a:lnTo>
                  <a:lnTo>
                    <a:pt x="332955" y="479501"/>
                  </a:lnTo>
                  <a:lnTo>
                    <a:pt x="368719" y="455409"/>
                  </a:lnTo>
                  <a:lnTo>
                    <a:pt x="396163" y="427177"/>
                  </a:lnTo>
                  <a:lnTo>
                    <a:pt x="419430" y="392518"/>
                  </a:lnTo>
                  <a:lnTo>
                    <a:pt x="437400" y="351231"/>
                  </a:lnTo>
                  <a:lnTo>
                    <a:pt x="448983" y="303085"/>
                  </a:lnTo>
                  <a:lnTo>
                    <a:pt x="453097" y="247865"/>
                  </a:lnTo>
                  <a:close/>
                </a:path>
                <a:path w="1618615" h="525145" extrusionOk="0">
                  <a:moveTo>
                    <a:pt x="849947" y="516191"/>
                  </a:moveTo>
                  <a:lnTo>
                    <a:pt x="848817" y="491236"/>
                  </a:lnTo>
                  <a:lnTo>
                    <a:pt x="847839" y="463080"/>
                  </a:lnTo>
                  <a:lnTo>
                    <a:pt x="847140" y="431634"/>
                  </a:lnTo>
                  <a:lnTo>
                    <a:pt x="846874" y="396836"/>
                  </a:lnTo>
                  <a:lnTo>
                    <a:pt x="846874" y="144449"/>
                  </a:lnTo>
                  <a:lnTo>
                    <a:pt x="731316" y="144449"/>
                  </a:lnTo>
                  <a:lnTo>
                    <a:pt x="731316" y="365671"/>
                  </a:lnTo>
                  <a:lnTo>
                    <a:pt x="731037" y="372808"/>
                  </a:lnTo>
                  <a:lnTo>
                    <a:pt x="707301" y="417766"/>
                  </a:lnTo>
                  <a:lnTo>
                    <a:pt x="668985" y="431076"/>
                  </a:lnTo>
                  <a:lnTo>
                    <a:pt x="642531" y="425119"/>
                  </a:lnTo>
                  <a:lnTo>
                    <a:pt x="624332" y="407974"/>
                  </a:lnTo>
                  <a:lnTo>
                    <a:pt x="613841" y="380707"/>
                  </a:lnTo>
                  <a:lnTo>
                    <a:pt x="610463" y="344398"/>
                  </a:lnTo>
                  <a:lnTo>
                    <a:pt x="610463" y="144449"/>
                  </a:lnTo>
                  <a:lnTo>
                    <a:pt x="494906" y="144449"/>
                  </a:lnTo>
                  <a:lnTo>
                    <a:pt x="494906" y="362623"/>
                  </a:lnTo>
                  <a:lnTo>
                    <a:pt x="501205" y="423557"/>
                  </a:lnTo>
                  <a:lnTo>
                    <a:pt x="519036" y="469226"/>
                  </a:lnTo>
                  <a:lnTo>
                    <a:pt x="546785" y="500634"/>
                  </a:lnTo>
                  <a:lnTo>
                    <a:pt x="582866" y="518756"/>
                  </a:lnTo>
                  <a:lnTo>
                    <a:pt x="625652" y="524573"/>
                  </a:lnTo>
                  <a:lnTo>
                    <a:pt x="670026" y="518274"/>
                  </a:lnTo>
                  <a:lnTo>
                    <a:pt x="703491" y="502716"/>
                  </a:lnTo>
                  <a:lnTo>
                    <a:pt x="727113" y="482879"/>
                  </a:lnTo>
                  <a:lnTo>
                    <a:pt x="741972" y="463753"/>
                  </a:lnTo>
                  <a:lnTo>
                    <a:pt x="744245" y="463753"/>
                  </a:lnTo>
                  <a:lnTo>
                    <a:pt x="749592" y="516191"/>
                  </a:lnTo>
                  <a:lnTo>
                    <a:pt x="849947" y="516191"/>
                  </a:lnTo>
                  <a:close/>
                </a:path>
                <a:path w="1618615" h="525145" extrusionOk="0">
                  <a:moveTo>
                    <a:pt x="1277759" y="326885"/>
                  </a:moveTo>
                  <a:lnTo>
                    <a:pt x="1273225" y="280898"/>
                  </a:lnTo>
                  <a:lnTo>
                    <a:pt x="1260055" y="239864"/>
                  </a:lnTo>
                  <a:lnTo>
                    <a:pt x="1247533" y="218948"/>
                  </a:lnTo>
                  <a:lnTo>
                    <a:pt x="1238923" y="204558"/>
                  </a:lnTo>
                  <a:lnTo>
                    <a:pt x="1210513" y="175742"/>
                  </a:lnTo>
                  <a:lnTo>
                    <a:pt x="1175537" y="154216"/>
                  </a:lnTo>
                  <a:lnTo>
                    <a:pt x="1157643" y="148323"/>
                  </a:lnTo>
                  <a:lnTo>
                    <a:pt x="1157643" y="329958"/>
                  </a:lnTo>
                  <a:lnTo>
                    <a:pt x="1152537" y="375627"/>
                  </a:lnTo>
                  <a:lnTo>
                    <a:pt x="1137881" y="410908"/>
                  </a:lnTo>
                  <a:lnTo>
                    <a:pt x="1114679" y="433641"/>
                  </a:lnTo>
                  <a:lnTo>
                    <a:pt x="1083906" y="441693"/>
                  </a:lnTo>
                  <a:lnTo>
                    <a:pt x="1083157" y="441693"/>
                  </a:lnTo>
                  <a:lnTo>
                    <a:pt x="1050861" y="433222"/>
                  </a:lnTo>
                  <a:lnTo>
                    <a:pt x="1027264" y="409867"/>
                  </a:lnTo>
                  <a:lnTo>
                    <a:pt x="1012799" y="374675"/>
                  </a:lnTo>
                  <a:lnTo>
                    <a:pt x="1007884" y="330708"/>
                  </a:lnTo>
                  <a:lnTo>
                    <a:pt x="1012063" y="289839"/>
                  </a:lnTo>
                  <a:lnTo>
                    <a:pt x="1025372" y="254025"/>
                  </a:lnTo>
                  <a:lnTo>
                    <a:pt x="1048931" y="228612"/>
                  </a:lnTo>
                  <a:lnTo>
                    <a:pt x="1083906" y="218948"/>
                  </a:lnTo>
                  <a:lnTo>
                    <a:pt x="1117574" y="228612"/>
                  </a:lnTo>
                  <a:lnTo>
                    <a:pt x="1140447" y="253936"/>
                  </a:lnTo>
                  <a:lnTo>
                    <a:pt x="1153502" y="289521"/>
                  </a:lnTo>
                  <a:lnTo>
                    <a:pt x="1157643" y="329958"/>
                  </a:lnTo>
                  <a:lnTo>
                    <a:pt x="1157643" y="148323"/>
                  </a:lnTo>
                  <a:lnTo>
                    <a:pt x="1134618" y="140728"/>
                  </a:lnTo>
                  <a:lnTo>
                    <a:pt x="1088466" y="136067"/>
                  </a:lnTo>
                  <a:lnTo>
                    <a:pt x="1039609" y="140665"/>
                  </a:lnTo>
                  <a:lnTo>
                    <a:pt x="996442" y="154089"/>
                  </a:lnTo>
                  <a:lnTo>
                    <a:pt x="959637" y="175755"/>
                  </a:lnTo>
                  <a:lnTo>
                    <a:pt x="929855" y="205041"/>
                  </a:lnTo>
                  <a:lnTo>
                    <a:pt x="907770" y="241401"/>
                  </a:lnTo>
                  <a:lnTo>
                    <a:pt x="894016" y="284226"/>
                  </a:lnTo>
                  <a:lnTo>
                    <a:pt x="889292" y="332955"/>
                  </a:lnTo>
                  <a:lnTo>
                    <a:pt x="894245" y="381393"/>
                  </a:lnTo>
                  <a:lnTo>
                    <a:pt x="908405" y="423481"/>
                  </a:lnTo>
                  <a:lnTo>
                    <a:pt x="930757" y="458812"/>
                  </a:lnTo>
                  <a:lnTo>
                    <a:pt x="960272" y="486994"/>
                  </a:lnTo>
                  <a:lnTo>
                    <a:pt x="995946" y="507606"/>
                  </a:lnTo>
                  <a:lnTo>
                    <a:pt x="1036726" y="520268"/>
                  </a:lnTo>
                  <a:lnTo>
                    <a:pt x="1081608" y="524573"/>
                  </a:lnTo>
                  <a:lnTo>
                    <a:pt x="1082382" y="524573"/>
                  </a:lnTo>
                  <a:lnTo>
                    <a:pt x="1124318" y="520725"/>
                  </a:lnTo>
                  <a:lnTo>
                    <a:pt x="1164336" y="509054"/>
                  </a:lnTo>
                  <a:lnTo>
                    <a:pt x="1200772" y="489381"/>
                  </a:lnTo>
                  <a:lnTo>
                    <a:pt x="1231976" y="461518"/>
                  </a:lnTo>
                  <a:lnTo>
                    <a:pt x="1245285" y="441693"/>
                  </a:lnTo>
                  <a:lnTo>
                    <a:pt x="1256322" y="425259"/>
                  </a:lnTo>
                  <a:lnTo>
                    <a:pt x="1272120" y="380453"/>
                  </a:lnTo>
                  <a:lnTo>
                    <a:pt x="1277759" y="326885"/>
                  </a:lnTo>
                  <a:close/>
                </a:path>
                <a:path w="1618615" h="525145" extrusionOk="0">
                  <a:moveTo>
                    <a:pt x="1618411" y="150533"/>
                  </a:moveTo>
                  <a:lnTo>
                    <a:pt x="1598650" y="144424"/>
                  </a:lnTo>
                  <a:lnTo>
                    <a:pt x="1576603" y="139865"/>
                  </a:lnTo>
                  <a:lnTo>
                    <a:pt x="1553413" y="137033"/>
                  </a:lnTo>
                  <a:lnTo>
                    <a:pt x="1530223" y="136055"/>
                  </a:lnTo>
                  <a:lnTo>
                    <a:pt x="1474876" y="141300"/>
                  </a:lnTo>
                  <a:lnTo>
                    <a:pt x="1427530" y="156235"/>
                  </a:lnTo>
                  <a:lnTo>
                    <a:pt x="1388376" y="179628"/>
                  </a:lnTo>
                  <a:lnTo>
                    <a:pt x="1357591" y="210299"/>
                  </a:lnTo>
                  <a:lnTo>
                    <a:pt x="1335366" y="247015"/>
                  </a:lnTo>
                  <a:lnTo>
                    <a:pt x="1321904" y="288569"/>
                  </a:lnTo>
                  <a:lnTo>
                    <a:pt x="1317371" y="333743"/>
                  </a:lnTo>
                  <a:lnTo>
                    <a:pt x="1321968" y="381190"/>
                  </a:lnTo>
                  <a:lnTo>
                    <a:pt x="1335392" y="422783"/>
                  </a:lnTo>
                  <a:lnTo>
                    <a:pt x="1357045" y="458012"/>
                  </a:lnTo>
                  <a:lnTo>
                    <a:pt x="1386344" y="486346"/>
                  </a:lnTo>
                  <a:lnTo>
                    <a:pt x="1422704" y="507225"/>
                  </a:lnTo>
                  <a:lnTo>
                    <a:pt x="1465541" y="520153"/>
                  </a:lnTo>
                  <a:lnTo>
                    <a:pt x="1514259" y="524573"/>
                  </a:lnTo>
                  <a:lnTo>
                    <a:pt x="1546148" y="523240"/>
                  </a:lnTo>
                  <a:lnTo>
                    <a:pt x="1599057" y="514007"/>
                  </a:lnTo>
                  <a:lnTo>
                    <a:pt x="1603971" y="421932"/>
                  </a:lnTo>
                  <a:lnTo>
                    <a:pt x="1590116" y="427050"/>
                  </a:lnTo>
                  <a:lnTo>
                    <a:pt x="1574609" y="430872"/>
                  </a:lnTo>
                  <a:lnTo>
                    <a:pt x="1557248" y="433273"/>
                  </a:lnTo>
                  <a:lnTo>
                    <a:pt x="1537817" y="434098"/>
                  </a:lnTo>
                  <a:lnTo>
                    <a:pt x="1498168" y="427329"/>
                  </a:lnTo>
                  <a:lnTo>
                    <a:pt x="1465795" y="407301"/>
                  </a:lnTo>
                  <a:lnTo>
                    <a:pt x="1443951" y="374446"/>
                  </a:lnTo>
                  <a:lnTo>
                    <a:pt x="1435938" y="329196"/>
                  </a:lnTo>
                  <a:lnTo>
                    <a:pt x="1442631" y="287261"/>
                  </a:lnTo>
                  <a:lnTo>
                    <a:pt x="1462659" y="254304"/>
                  </a:lnTo>
                  <a:lnTo>
                    <a:pt x="1494218" y="232752"/>
                  </a:lnTo>
                  <a:lnTo>
                    <a:pt x="1535557" y="225031"/>
                  </a:lnTo>
                  <a:lnTo>
                    <a:pt x="1556562" y="225958"/>
                  </a:lnTo>
                  <a:lnTo>
                    <a:pt x="1574152" y="228447"/>
                  </a:lnTo>
                  <a:lnTo>
                    <a:pt x="1588592" y="232092"/>
                  </a:lnTo>
                  <a:lnTo>
                    <a:pt x="1600174" y="236435"/>
                  </a:lnTo>
                  <a:lnTo>
                    <a:pt x="1618411" y="15053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28"/>
            <p:cNvSpPr/>
            <p:nvPr/>
          </p:nvSpPr>
          <p:spPr>
            <a:xfrm>
              <a:off x="11487600" y="6334920"/>
              <a:ext cx="208080" cy="258480"/>
            </a:xfrm>
            <a:custGeom>
              <a:avLst/>
              <a:gdLst/>
              <a:ahLst/>
              <a:cxnLst/>
              <a:rect l="l" t="t" r="r" b="b"/>
              <a:pathLst>
                <a:path w="388619" h="482600" extrusionOk="0">
                  <a:moveTo>
                    <a:pt x="388176" y="0"/>
                  </a:moveTo>
                  <a:lnTo>
                    <a:pt x="281090" y="0"/>
                  </a:lnTo>
                  <a:lnTo>
                    <a:pt x="281090" y="273331"/>
                  </a:lnTo>
                  <a:lnTo>
                    <a:pt x="275370" y="327965"/>
                  </a:lnTo>
                  <a:lnTo>
                    <a:pt x="258558" y="366414"/>
                  </a:lnTo>
                  <a:lnTo>
                    <a:pt x="231178" y="389143"/>
                  </a:lnTo>
                  <a:lnTo>
                    <a:pt x="193753" y="396616"/>
                  </a:lnTo>
                  <a:lnTo>
                    <a:pt x="157139" y="388845"/>
                  </a:lnTo>
                  <a:lnTo>
                    <a:pt x="130175" y="365621"/>
                  </a:lnTo>
                  <a:lnTo>
                    <a:pt x="113516" y="327072"/>
                  </a:lnTo>
                  <a:lnTo>
                    <a:pt x="107818" y="273331"/>
                  </a:lnTo>
                  <a:lnTo>
                    <a:pt x="107818" y="0"/>
                  </a:lnTo>
                  <a:lnTo>
                    <a:pt x="0" y="0"/>
                  </a:lnTo>
                  <a:lnTo>
                    <a:pt x="0" y="264892"/>
                  </a:lnTo>
                  <a:lnTo>
                    <a:pt x="4253" y="324651"/>
                  </a:lnTo>
                  <a:lnTo>
                    <a:pt x="16765" y="374300"/>
                  </a:lnTo>
                  <a:lnTo>
                    <a:pt x="37165" y="414172"/>
                  </a:lnTo>
                  <a:lnTo>
                    <a:pt x="65082" y="444602"/>
                  </a:lnTo>
                  <a:lnTo>
                    <a:pt x="100145" y="465925"/>
                  </a:lnTo>
                  <a:lnTo>
                    <a:pt x="141983" y="478473"/>
                  </a:lnTo>
                  <a:lnTo>
                    <a:pt x="190224" y="482582"/>
                  </a:lnTo>
                  <a:lnTo>
                    <a:pt x="240229" y="478290"/>
                  </a:lnTo>
                  <a:lnTo>
                    <a:pt x="283689" y="465335"/>
                  </a:lnTo>
                  <a:lnTo>
                    <a:pt x="320188" y="443592"/>
                  </a:lnTo>
                  <a:lnTo>
                    <a:pt x="349304" y="412939"/>
                  </a:lnTo>
                  <a:lnTo>
                    <a:pt x="370620" y="373254"/>
                  </a:lnTo>
                  <a:lnTo>
                    <a:pt x="383717" y="324414"/>
                  </a:lnTo>
                  <a:lnTo>
                    <a:pt x="388176" y="266295"/>
                  </a:lnTo>
                  <a:lnTo>
                    <a:pt x="38817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1" name="Google Shape;81;p28"/>
            <p:cNvGrpSpPr/>
            <p:nvPr/>
          </p:nvGrpSpPr>
          <p:grpSpPr>
            <a:xfrm>
              <a:off x="11724840" y="6273360"/>
              <a:ext cx="239040" cy="320760"/>
              <a:chOff x="11724840" y="6273360"/>
              <a:chExt cx="239040" cy="320760"/>
            </a:xfrm>
          </p:grpSpPr>
          <p:sp>
            <p:nvSpPr>
              <p:cNvPr id="82" name="Google Shape;82;p28"/>
              <p:cNvSpPr/>
              <p:nvPr/>
            </p:nvSpPr>
            <p:spPr>
              <a:xfrm>
                <a:off x="11724840" y="6330960"/>
                <a:ext cx="201600" cy="263160"/>
              </a:xfrm>
              <a:custGeom>
                <a:avLst/>
                <a:gdLst/>
                <a:ahLst/>
                <a:cxnLst/>
                <a:rect l="l" t="t" r="r" b="b"/>
                <a:pathLst>
                  <a:path w="376555" h="490854" extrusionOk="0">
                    <a:moveTo>
                      <a:pt x="259248" y="0"/>
                    </a:moveTo>
                    <a:lnTo>
                      <a:pt x="212510" y="3315"/>
                    </a:lnTo>
                    <a:lnTo>
                      <a:pt x="168577" y="13160"/>
                    </a:lnTo>
                    <a:lnTo>
                      <a:pt x="128168" y="29385"/>
                    </a:lnTo>
                    <a:lnTo>
                      <a:pt x="92002" y="51838"/>
                    </a:lnTo>
                    <a:lnTo>
                      <a:pt x="60799" y="80367"/>
                    </a:lnTo>
                    <a:lnTo>
                      <a:pt x="35278" y="114822"/>
                    </a:lnTo>
                    <a:lnTo>
                      <a:pt x="16158" y="155053"/>
                    </a:lnTo>
                    <a:lnTo>
                      <a:pt x="4159" y="200906"/>
                    </a:lnTo>
                    <a:lnTo>
                      <a:pt x="0" y="252233"/>
                    </a:lnTo>
                    <a:lnTo>
                      <a:pt x="3124" y="296015"/>
                    </a:lnTo>
                    <a:lnTo>
                      <a:pt x="12470" y="336820"/>
                    </a:lnTo>
                    <a:lnTo>
                      <a:pt x="27997" y="374067"/>
                    </a:lnTo>
                    <a:lnTo>
                      <a:pt x="49665" y="407177"/>
                    </a:lnTo>
                    <a:lnTo>
                      <a:pt x="77432" y="435568"/>
                    </a:lnTo>
                    <a:lnTo>
                      <a:pt x="111258" y="458660"/>
                    </a:lnTo>
                    <a:lnTo>
                      <a:pt x="151102" y="475874"/>
                    </a:lnTo>
                    <a:lnTo>
                      <a:pt x="196924" y="486627"/>
                    </a:lnTo>
                    <a:lnTo>
                      <a:pt x="248683" y="490341"/>
                    </a:lnTo>
                    <a:lnTo>
                      <a:pt x="289323" y="488424"/>
                    </a:lnTo>
                    <a:lnTo>
                      <a:pt x="323888" y="483469"/>
                    </a:lnTo>
                    <a:lnTo>
                      <a:pt x="351317" y="476664"/>
                    </a:lnTo>
                    <a:lnTo>
                      <a:pt x="370554" y="469200"/>
                    </a:lnTo>
                    <a:lnTo>
                      <a:pt x="354355" y="385380"/>
                    </a:lnTo>
                    <a:lnTo>
                      <a:pt x="336022" y="391357"/>
                    </a:lnTo>
                    <a:lnTo>
                      <a:pt x="313851" y="396278"/>
                    </a:lnTo>
                    <a:lnTo>
                      <a:pt x="289564" y="399616"/>
                    </a:lnTo>
                    <a:lnTo>
                      <a:pt x="264881" y="400846"/>
                    </a:lnTo>
                    <a:lnTo>
                      <a:pt x="212272" y="393858"/>
                    </a:lnTo>
                    <a:lnTo>
                      <a:pt x="169943" y="373685"/>
                    </a:lnTo>
                    <a:lnTo>
                      <a:pt x="138704" y="341508"/>
                    </a:lnTo>
                    <a:lnTo>
                      <a:pt x="119366" y="298511"/>
                    </a:lnTo>
                    <a:lnTo>
                      <a:pt x="112740" y="245877"/>
                    </a:lnTo>
                    <a:lnTo>
                      <a:pt x="120306" y="188964"/>
                    </a:lnTo>
                    <a:lnTo>
                      <a:pt x="141498" y="144930"/>
                    </a:lnTo>
                    <a:lnTo>
                      <a:pt x="174052" y="113642"/>
                    </a:lnTo>
                    <a:lnTo>
                      <a:pt x="215707" y="94967"/>
                    </a:lnTo>
                    <a:lnTo>
                      <a:pt x="264201" y="88772"/>
                    </a:lnTo>
                    <a:lnTo>
                      <a:pt x="291260" y="90238"/>
                    </a:lnTo>
                    <a:lnTo>
                      <a:pt x="315349" y="94150"/>
                    </a:lnTo>
                    <a:lnTo>
                      <a:pt x="336402" y="99775"/>
                    </a:lnTo>
                    <a:lnTo>
                      <a:pt x="354355" y="106384"/>
                    </a:lnTo>
                    <a:lnTo>
                      <a:pt x="376208" y="21161"/>
                    </a:lnTo>
                    <a:lnTo>
                      <a:pt x="357739" y="13689"/>
                    </a:lnTo>
                    <a:lnTo>
                      <a:pt x="331471" y="6878"/>
                    </a:lnTo>
                    <a:lnTo>
                      <a:pt x="298332" y="1917"/>
                    </a:lnTo>
                    <a:lnTo>
                      <a:pt x="259248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83" name="Google Shape;83;p28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11904120" y="6273360"/>
                <a:ext cx="59760" cy="597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84" name="Google Shape;84;p2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0440" y="1315080"/>
            <a:ext cx="118800" cy="422712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0"/>
          <p:cNvSpPr/>
          <p:nvPr/>
        </p:nvSpPr>
        <p:spPr>
          <a:xfrm>
            <a:off x="0" y="0"/>
            <a:ext cx="1154520" cy="685764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30"/>
          <p:cNvSpPr/>
          <p:nvPr/>
        </p:nvSpPr>
        <p:spPr>
          <a:xfrm>
            <a:off x="485640" y="405720"/>
            <a:ext cx="155160" cy="15516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0"/>
          <p:cNvSpPr txBox="1">
            <a:spLocks noGrp="1"/>
          </p:cNvSpPr>
          <p:nvPr>
            <p:ph type="body" idx="1"/>
          </p:nvPr>
        </p:nvSpPr>
        <p:spPr>
          <a:xfrm>
            <a:off x="6510960" y="405720"/>
            <a:ext cx="491652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90" name="Google Shape;90;p30"/>
          <p:cNvSpPr txBox="1">
            <a:spLocks noGrp="1"/>
          </p:cNvSpPr>
          <p:nvPr>
            <p:ph type="body" idx="2"/>
          </p:nvPr>
        </p:nvSpPr>
        <p:spPr>
          <a:xfrm>
            <a:off x="6510960" y="976320"/>
            <a:ext cx="4930560" cy="28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91" name="Google Shape;91;p30"/>
          <p:cNvSpPr/>
          <p:nvPr/>
        </p:nvSpPr>
        <p:spPr>
          <a:xfrm>
            <a:off x="11552040" y="483480"/>
            <a:ext cx="271080" cy="271080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" name="Google Shape;92;p30"/>
          <p:cNvGrpSpPr/>
          <p:nvPr/>
        </p:nvGrpSpPr>
        <p:grpSpPr>
          <a:xfrm>
            <a:off x="10559160" y="6273360"/>
            <a:ext cx="1404720" cy="320760"/>
            <a:chOff x="10559160" y="6273360"/>
            <a:chExt cx="1404720" cy="320760"/>
          </a:xfrm>
        </p:grpSpPr>
        <p:sp>
          <p:nvSpPr>
            <p:cNvPr id="93" name="Google Shape;93;p30"/>
            <p:cNvSpPr/>
            <p:nvPr/>
          </p:nvSpPr>
          <p:spPr>
            <a:xfrm>
              <a:off x="10559160" y="6311160"/>
              <a:ext cx="868320" cy="281520"/>
            </a:xfrm>
            <a:custGeom>
              <a:avLst/>
              <a:gdLst/>
              <a:ahLst/>
              <a:cxnLst/>
              <a:rect l="l" t="t" r="r" b="b"/>
              <a:pathLst>
                <a:path w="1618615" h="525145" extrusionOk="0">
                  <a:moveTo>
                    <a:pt x="453097" y="247865"/>
                  </a:moveTo>
                  <a:lnTo>
                    <a:pt x="449186" y="196367"/>
                  </a:lnTo>
                  <a:lnTo>
                    <a:pt x="437921" y="151307"/>
                  </a:lnTo>
                  <a:lnTo>
                    <a:pt x="419925" y="112522"/>
                  </a:lnTo>
                  <a:lnTo>
                    <a:pt x="395884" y="79870"/>
                  </a:lnTo>
                  <a:lnTo>
                    <a:pt x="366445" y="53213"/>
                  </a:lnTo>
                  <a:lnTo>
                    <a:pt x="330708" y="31546"/>
                  </a:lnTo>
                  <a:lnTo>
                    <a:pt x="330708" y="251650"/>
                  </a:lnTo>
                  <a:lnTo>
                    <a:pt x="325094" y="307492"/>
                  </a:lnTo>
                  <a:lnTo>
                    <a:pt x="308851" y="352729"/>
                  </a:lnTo>
                  <a:lnTo>
                    <a:pt x="282892" y="387540"/>
                  </a:lnTo>
                  <a:lnTo>
                    <a:pt x="248132" y="412089"/>
                  </a:lnTo>
                  <a:lnTo>
                    <a:pt x="205486" y="426542"/>
                  </a:lnTo>
                  <a:lnTo>
                    <a:pt x="155841" y="431076"/>
                  </a:lnTo>
                  <a:lnTo>
                    <a:pt x="145161" y="431038"/>
                  </a:lnTo>
                  <a:lnTo>
                    <a:pt x="134264" y="430784"/>
                  </a:lnTo>
                  <a:lnTo>
                    <a:pt x="124079" y="430098"/>
                  </a:lnTo>
                  <a:lnTo>
                    <a:pt x="115519" y="428764"/>
                  </a:lnTo>
                  <a:lnTo>
                    <a:pt x="115519" y="93497"/>
                  </a:lnTo>
                  <a:lnTo>
                    <a:pt x="124383" y="91821"/>
                  </a:lnTo>
                  <a:lnTo>
                    <a:pt x="136080" y="90347"/>
                  </a:lnTo>
                  <a:lnTo>
                    <a:pt x="150622" y="89319"/>
                  </a:lnTo>
                  <a:lnTo>
                    <a:pt x="168008" y="88925"/>
                  </a:lnTo>
                  <a:lnTo>
                    <a:pt x="214909" y="93319"/>
                  </a:lnTo>
                  <a:lnTo>
                    <a:pt x="254800" y="106616"/>
                  </a:lnTo>
                  <a:lnTo>
                    <a:pt x="286994" y="128943"/>
                  </a:lnTo>
                  <a:lnTo>
                    <a:pt x="310832" y="160464"/>
                  </a:lnTo>
                  <a:lnTo>
                    <a:pt x="325628" y="201320"/>
                  </a:lnTo>
                  <a:lnTo>
                    <a:pt x="330708" y="251650"/>
                  </a:lnTo>
                  <a:lnTo>
                    <a:pt x="330708" y="31546"/>
                  </a:lnTo>
                  <a:lnTo>
                    <a:pt x="326796" y="29171"/>
                  </a:lnTo>
                  <a:lnTo>
                    <a:pt x="279666" y="12636"/>
                  </a:lnTo>
                  <a:lnTo>
                    <a:pt x="223278" y="3073"/>
                  </a:lnTo>
                  <a:lnTo>
                    <a:pt x="155841" y="0"/>
                  </a:lnTo>
                  <a:lnTo>
                    <a:pt x="113093" y="711"/>
                  </a:lnTo>
                  <a:lnTo>
                    <a:pt x="72212" y="2857"/>
                  </a:lnTo>
                  <a:lnTo>
                    <a:pt x="34175" y="6413"/>
                  </a:lnTo>
                  <a:lnTo>
                    <a:pt x="0" y="11417"/>
                  </a:lnTo>
                  <a:lnTo>
                    <a:pt x="0" y="513930"/>
                  </a:lnTo>
                  <a:lnTo>
                    <a:pt x="23964" y="516724"/>
                  </a:lnTo>
                  <a:lnTo>
                    <a:pt x="53784" y="519150"/>
                  </a:lnTo>
                  <a:lnTo>
                    <a:pt x="89585" y="520877"/>
                  </a:lnTo>
                  <a:lnTo>
                    <a:pt x="131495" y="521525"/>
                  </a:lnTo>
                  <a:lnTo>
                    <a:pt x="189534" y="518960"/>
                  </a:lnTo>
                  <a:lnTo>
                    <a:pt x="242811" y="511162"/>
                  </a:lnTo>
                  <a:lnTo>
                    <a:pt x="290804" y="498043"/>
                  </a:lnTo>
                  <a:lnTo>
                    <a:pt x="332955" y="479501"/>
                  </a:lnTo>
                  <a:lnTo>
                    <a:pt x="368719" y="455409"/>
                  </a:lnTo>
                  <a:lnTo>
                    <a:pt x="396163" y="427177"/>
                  </a:lnTo>
                  <a:lnTo>
                    <a:pt x="419430" y="392518"/>
                  </a:lnTo>
                  <a:lnTo>
                    <a:pt x="437400" y="351231"/>
                  </a:lnTo>
                  <a:lnTo>
                    <a:pt x="448983" y="303085"/>
                  </a:lnTo>
                  <a:lnTo>
                    <a:pt x="453097" y="247865"/>
                  </a:lnTo>
                  <a:close/>
                </a:path>
                <a:path w="1618615" h="525145" extrusionOk="0">
                  <a:moveTo>
                    <a:pt x="849947" y="516191"/>
                  </a:moveTo>
                  <a:lnTo>
                    <a:pt x="848817" y="491236"/>
                  </a:lnTo>
                  <a:lnTo>
                    <a:pt x="847839" y="463080"/>
                  </a:lnTo>
                  <a:lnTo>
                    <a:pt x="847140" y="431634"/>
                  </a:lnTo>
                  <a:lnTo>
                    <a:pt x="846874" y="396836"/>
                  </a:lnTo>
                  <a:lnTo>
                    <a:pt x="846874" y="144449"/>
                  </a:lnTo>
                  <a:lnTo>
                    <a:pt x="731316" y="144449"/>
                  </a:lnTo>
                  <a:lnTo>
                    <a:pt x="731316" y="365671"/>
                  </a:lnTo>
                  <a:lnTo>
                    <a:pt x="731037" y="372808"/>
                  </a:lnTo>
                  <a:lnTo>
                    <a:pt x="707301" y="417766"/>
                  </a:lnTo>
                  <a:lnTo>
                    <a:pt x="668985" y="431076"/>
                  </a:lnTo>
                  <a:lnTo>
                    <a:pt x="642531" y="425119"/>
                  </a:lnTo>
                  <a:lnTo>
                    <a:pt x="624332" y="407974"/>
                  </a:lnTo>
                  <a:lnTo>
                    <a:pt x="613841" y="380707"/>
                  </a:lnTo>
                  <a:lnTo>
                    <a:pt x="610463" y="344398"/>
                  </a:lnTo>
                  <a:lnTo>
                    <a:pt x="610463" y="144449"/>
                  </a:lnTo>
                  <a:lnTo>
                    <a:pt x="494906" y="144449"/>
                  </a:lnTo>
                  <a:lnTo>
                    <a:pt x="494906" y="362623"/>
                  </a:lnTo>
                  <a:lnTo>
                    <a:pt x="501205" y="423557"/>
                  </a:lnTo>
                  <a:lnTo>
                    <a:pt x="519036" y="469226"/>
                  </a:lnTo>
                  <a:lnTo>
                    <a:pt x="546785" y="500634"/>
                  </a:lnTo>
                  <a:lnTo>
                    <a:pt x="582866" y="518756"/>
                  </a:lnTo>
                  <a:lnTo>
                    <a:pt x="625652" y="524573"/>
                  </a:lnTo>
                  <a:lnTo>
                    <a:pt x="670026" y="518274"/>
                  </a:lnTo>
                  <a:lnTo>
                    <a:pt x="703491" y="502716"/>
                  </a:lnTo>
                  <a:lnTo>
                    <a:pt x="727113" y="482879"/>
                  </a:lnTo>
                  <a:lnTo>
                    <a:pt x="741972" y="463753"/>
                  </a:lnTo>
                  <a:lnTo>
                    <a:pt x="744245" y="463753"/>
                  </a:lnTo>
                  <a:lnTo>
                    <a:pt x="749592" y="516191"/>
                  </a:lnTo>
                  <a:lnTo>
                    <a:pt x="849947" y="516191"/>
                  </a:lnTo>
                  <a:close/>
                </a:path>
                <a:path w="1618615" h="525145" extrusionOk="0">
                  <a:moveTo>
                    <a:pt x="1277759" y="326885"/>
                  </a:moveTo>
                  <a:lnTo>
                    <a:pt x="1273225" y="280898"/>
                  </a:lnTo>
                  <a:lnTo>
                    <a:pt x="1260055" y="239864"/>
                  </a:lnTo>
                  <a:lnTo>
                    <a:pt x="1247533" y="218948"/>
                  </a:lnTo>
                  <a:lnTo>
                    <a:pt x="1238923" y="204558"/>
                  </a:lnTo>
                  <a:lnTo>
                    <a:pt x="1210513" y="175742"/>
                  </a:lnTo>
                  <a:lnTo>
                    <a:pt x="1175537" y="154216"/>
                  </a:lnTo>
                  <a:lnTo>
                    <a:pt x="1157643" y="148323"/>
                  </a:lnTo>
                  <a:lnTo>
                    <a:pt x="1157643" y="329958"/>
                  </a:lnTo>
                  <a:lnTo>
                    <a:pt x="1152537" y="375627"/>
                  </a:lnTo>
                  <a:lnTo>
                    <a:pt x="1137881" y="410908"/>
                  </a:lnTo>
                  <a:lnTo>
                    <a:pt x="1114679" y="433641"/>
                  </a:lnTo>
                  <a:lnTo>
                    <a:pt x="1083906" y="441693"/>
                  </a:lnTo>
                  <a:lnTo>
                    <a:pt x="1083157" y="441693"/>
                  </a:lnTo>
                  <a:lnTo>
                    <a:pt x="1050861" y="433222"/>
                  </a:lnTo>
                  <a:lnTo>
                    <a:pt x="1027264" y="409867"/>
                  </a:lnTo>
                  <a:lnTo>
                    <a:pt x="1012799" y="374675"/>
                  </a:lnTo>
                  <a:lnTo>
                    <a:pt x="1007884" y="330708"/>
                  </a:lnTo>
                  <a:lnTo>
                    <a:pt x="1012063" y="289839"/>
                  </a:lnTo>
                  <a:lnTo>
                    <a:pt x="1025372" y="254025"/>
                  </a:lnTo>
                  <a:lnTo>
                    <a:pt x="1048931" y="228612"/>
                  </a:lnTo>
                  <a:lnTo>
                    <a:pt x="1083906" y="218948"/>
                  </a:lnTo>
                  <a:lnTo>
                    <a:pt x="1117574" y="228612"/>
                  </a:lnTo>
                  <a:lnTo>
                    <a:pt x="1140447" y="253936"/>
                  </a:lnTo>
                  <a:lnTo>
                    <a:pt x="1153502" y="289521"/>
                  </a:lnTo>
                  <a:lnTo>
                    <a:pt x="1157643" y="329958"/>
                  </a:lnTo>
                  <a:lnTo>
                    <a:pt x="1157643" y="148323"/>
                  </a:lnTo>
                  <a:lnTo>
                    <a:pt x="1134618" y="140728"/>
                  </a:lnTo>
                  <a:lnTo>
                    <a:pt x="1088466" y="136067"/>
                  </a:lnTo>
                  <a:lnTo>
                    <a:pt x="1039609" y="140665"/>
                  </a:lnTo>
                  <a:lnTo>
                    <a:pt x="996442" y="154089"/>
                  </a:lnTo>
                  <a:lnTo>
                    <a:pt x="959637" y="175755"/>
                  </a:lnTo>
                  <a:lnTo>
                    <a:pt x="929855" y="205041"/>
                  </a:lnTo>
                  <a:lnTo>
                    <a:pt x="907770" y="241401"/>
                  </a:lnTo>
                  <a:lnTo>
                    <a:pt x="894016" y="284226"/>
                  </a:lnTo>
                  <a:lnTo>
                    <a:pt x="889292" y="332955"/>
                  </a:lnTo>
                  <a:lnTo>
                    <a:pt x="894245" y="381393"/>
                  </a:lnTo>
                  <a:lnTo>
                    <a:pt x="908405" y="423481"/>
                  </a:lnTo>
                  <a:lnTo>
                    <a:pt x="930757" y="458812"/>
                  </a:lnTo>
                  <a:lnTo>
                    <a:pt x="960272" y="486994"/>
                  </a:lnTo>
                  <a:lnTo>
                    <a:pt x="995946" y="507606"/>
                  </a:lnTo>
                  <a:lnTo>
                    <a:pt x="1036726" y="520268"/>
                  </a:lnTo>
                  <a:lnTo>
                    <a:pt x="1081608" y="524573"/>
                  </a:lnTo>
                  <a:lnTo>
                    <a:pt x="1082382" y="524573"/>
                  </a:lnTo>
                  <a:lnTo>
                    <a:pt x="1124318" y="520725"/>
                  </a:lnTo>
                  <a:lnTo>
                    <a:pt x="1164336" y="509054"/>
                  </a:lnTo>
                  <a:lnTo>
                    <a:pt x="1200772" y="489381"/>
                  </a:lnTo>
                  <a:lnTo>
                    <a:pt x="1231976" y="461518"/>
                  </a:lnTo>
                  <a:lnTo>
                    <a:pt x="1245285" y="441693"/>
                  </a:lnTo>
                  <a:lnTo>
                    <a:pt x="1256322" y="425259"/>
                  </a:lnTo>
                  <a:lnTo>
                    <a:pt x="1272120" y="380453"/>
                  </a:lnTo>
                  <a:lnTo>
                    <a:pt x="1277759" y="326885"/>
                  </a:lnTo>
                  <a:close/>
                </a:path>
                <a:path w="1618615" h="525145" extrusionOk="0">
                  <a:moveTo>
                    <a:pt x="1618411" y="150533"/>
                  </a:moveTo>
                  <a:lnTo>
                    <a:pt x="1598650" y="144424"/>
                  </a:lnTo>
                  <a:lnTo>
                    <a:pt x="1576603" y="139865"/>
                  </a:lnTo>
                  <a:lnTo>
                    <a:pt x="1553413" y="137033"/>
                  </a:lnTo>
                  <a:lnTo>
                    <a:pt x="1530223" y="136055"/>
                  </a:lnTo>
                  <a:lnTo>
                    <a:pt x="1474876" y="141300"/>
                  </a:lnTo>
                  <a:lnTo>
                    <a:pt x="1427530" y="156235"/>
                  </a:lnTo>
                  <a:lnTo>
                    <a:pt x="1388376" y="179628"/>
                  </a:lnTo>
                  <a:lnTo>
                    <a:pt x="1357591" y="210299"/>
                  </a:lnTo>
                  <a:lnTo>
                    <a:pt x="1335366" y="247015"/>
                  </a:lnTo>
                  <a:lnTo>
                    <a:pt x="1321904" y="288569"/>
                  </a:lnTo>
                  <a:lnTo>
                    <a:pt x="1317371" y="333743"/>
                  </a:lnTo>
                  <a:lnTo>
                    <a:pt x="1321968" y="381190"/>
                  </a:lnTo>
                  <a:lnTo>
                    <a:pt x="1335392" y="422783"/>
                  </a:lnTo>
                  <a:lnTo>
                    <a:pt x="1357045" y="458012"/>
                  </a:lnTo>
                  <a:lnTo>
                    <a:pt x="1386344" y="486346"/>
                  </a:lnTo>
                  <a:lnTo>
                    <a:pt x="1422704" y="507225"/>
                  </a:lnTo>
                  <a:lnTo>
                    <a:pt x="1465541" y="520153"/>
                  </a:lnTo>
                  <a:lnTo>
                    <a:pt x="1514259" y="524573"/>
                  </a:lnTo>
                  <a:lnTo>
                    <a:pt x="1546148" y="523240"/>
                  </a:lnTo>
                  <a:lnTo>
                    <a:pt x="1599057" y="514007"/>
                  </a:lnTo>
                  <a:lnTo>
                    <a:pt x="1603971" y="421932"/>
                  </a:lnTo>
                  <a:lnTo>
                    <a:pt x="1590116" y="427050"/>
                  </a:lnTo>
                  <a:lnTo>
                    <a:pt x="1574609" y="430872"/>
                  </a:lnTo>
                  <a:lnTo>
                    <a:pt x="1557248" y="433273"/>
                  </a:lnTo>
                  <a:lnTo>
                    <a:pt x="1537817" y="434098"/>
                  </a:lnTo>
                  <a:lnTo>
                    <a:pt x="1498168" y="427329"/>
                  </a:lnTo>
                  <a:lnTo>
                    <a:pt x="1465795" y="407301"/>
                  </a:lnTo>
                  <a:lnTo>
                    <a:pt x="1443951" y="374446"/>
                  </a:lnTo>
                  <a:lnTo>
                    <a:pt x="1435938" y="329196"/>
                  </a:lnTo>
                  <a:lnTo>
                    <a:pt x="1442631" y="287261"/>
                  </a:lnTo>
                  <a:lnTo>
                    <a:pt x="1462659" y="254304"/>
                  </a:lnTo>
                  <a:lnTo>
                    <a:pt x="1494218" y="232752"/>
                  </a:lnTo>
                  <a:lnTo>
                    <a:pt x="1535557" y="225031"/>
                  </a:lnTo>
                  <a:lnTo>
                    <a:pt x="1556562" y="225958"/>
                  </a:lnTo>
                  <a:lnTo>
                    <a:pt x="1574152" y="228447"/>
                  </a:lnTo>
                  <a:lnTo>
                    <a:pt x="1588592" y="232092"/>
                  </a:lnTo>
                  <a:lnTo>
                    <a:pt x="1600174" y="236435"/>
                  </a:lnTo>
                  <a:lnTo>
                    <a:pt x="1618411" y="15053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30"/>
            <p:cNvSpPr/>
            <p:nvPr/>
          </p:nvSpPr>
          <p:spPr>
            <a:xfrm>
              <a:off x="11487600" y="6334920"/>
              <a:ext cx="208080" cy="258480"/>
            </a:xfrm>
            <a:custGeom>
              <a:avLst/>
              <a:gdLst/>
              <a:ahLst/>
              <a:cxnLst/>
              <a:rect l="l" t="t" r="r" b="b"/>
              <a:pathLst>
                <a:path w="388619" h="482600" extrusionOk="0">
                  <a:moveTo>
                    <a:pt x="388176" y="0"/>
                  </a:moveTo>
                  <a:lnTo>
                    <a:pt x="281090" y="0"/>
                  </a:lnTo>
                  <a:lnTo>
                    <a:pt x="281090" y="273331"/>
                  </a:lnTo>
                  <a:lnTo>
                    <a:pt x="275370" y="327965"/>
                  </a:lnTo>
                  <a:lnTo>
                    <a:pt x="258558" y="366414"/>
                  </a:lnTo>
                  <a:lnTo>
                    <a:pt x="231178" y="389143"/>
                  </a:lnTo>
                  <a:lnTo>
                    <a:pt x="193753" y="396616"/>
                  </a:lnTo>
                  <a:lnTo>
                    <a:pt x="157139" y="388845"/>
                  </a:lnTo>
                  <a:lnTo>
                    <a:pt x="130175" y="365621"/>
                  </a:lnTo>
                  <a:lnTo>
                    <a:pt x="113516" y="327072"/>
                  </a:lnTo>
                  <a:lnTo>
                    <a:pt x="107818" y="273331"/>
                  </a:lnTo>
                  <a:lnTo>
                    <a:pt x="107818" y="0"/>
                  </a:lnTo>
                  <a:lnTo>
                    <a:pt x="0" y="0"/>
                  </a:lnTo>
                  <a:lnTo>
                    <a:pt x="0" y="264892"/>
                  </a:lnTo>
                  <a:lnTo>
                    <a:pt x="4253" y="324651"/>
                  </a:lnTo>
                  <a:lnTo>
                    <a:pt x="16765" y="374300"/>
                  </a:lnTo>
                  <a:lnTo>
                    <a:pt x="37165" y="414172"/>
                  </a:lnTo>
                  <a:lnTo>
                    <a:pt x="65082" y="444602"/>
                  </a:lnTo>
                  <a:lnTo>
                    <a:pt x="100145" y="465925"/>
                  </a:lnTo>
                  <a:lnTo>
                    <a:pt x="141983" y="478473"/>
                  </a:lnTo>
                  <a:lnTo>
                    <a:pt x="190224" y="482582"/>
                  </a:lnTo>
                  <a:lnTo>
                    <a:pt x="240229" y="478290"/>
                  </a:lnTo>
                  <a:lnTo>
                    <a:pt x="283689" y="465335"/>
                  </a:lnTo>
                  <a:lnTo>
                    <a:pt x="320188" y="443592"/>
                  </a:lnTo>
                  <a:lnTo>
                    <a:pt x="349304" y="412939"/>
                  </a:lnTo>
                  <a:lnTo>
                    <a:pt x="370620" y="373254"/>
                  </a:lnTo>
                  <a:lnTo>
                    <a:pt x="383717" y="324414"/>
                  </a:lnTo>
                  <a:lnTo>
                    <a:pt x="388176" y="266295"/>
                  </a:lnTo>
                  <a:lnTo>
                    <a:pt x="38817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5" name="Google Shape;95;p30"/>
            <p:cNvGrpSpPr/>
            <p:nvPr/>
          </p:nvGrpSpPr>
          <p:grpSpPr>
            <a:xfrm>
              <a:off x="11724840" y="6273360"/>
              <a:ext cx="239040" cy="320760"/>
              <a:chOff x="11724840" y="6273360"/>
              <a:chExt cx="239040" cy="320760"/>
            </a:xfrm>
          </p:grpSpPr>
          <p:sp>
            <p:nvSpPr>
              <p:cNvPr id="96" name="Google Shape;96;p30"/>
              <p:cNvSpPr/>
              <p:nvPr/>
            </p:nvSpPr>
            <p:spPr>
              <a:xfrm>
                <a:off x="11724840" y="6330960"/>
                <a:ext cx="201600" cy="263160"/>
              </a:xfrm>
              <a:custGeom>
                <a:avLst/>
                <a:gdLst/>
                <a:ahLst/>
                <a:cxnLst/>
                <a:rect l="l" t="t" r="r" b="b"/>
                <a:pathLst>
                  <a:path w="376555" h="490854" extrusionOk="0">
                    <a:moveTo>
                      <a:pt x="259248" y="0"/>
                    </a:moveTo>
                    <a:lnTo>
                      <a:pt x="212510" y="3315"/>
                    </a:lnTo>
                    <a:lnTo>
                      <a:pt x="168577" y="13160"/>
                    </a:lnTo>
                    <a:lnTo>
                      <a:pt x="128168" y="29385"/>
                    </a:lnTo>
                    <a:lnTo>
                      <a:pt x="92002" y="51838"/>
                    </a:lnTo>
                    <a:lnTo>
                      <a:pt x="60799" y="80367"/>
                    </a:lnTo>
                    <a:lnTo>
                      <a:pt x="35278" y="114822"/>
                    </a:lnTo>
                    <a:lnTo>
                      <a:pt x="16158" y="155053"/>
                    </a:lnTo>
                    <a:lnTo>
                      <a:pt x="4159" y="200906"/>
                    </a:lnTo>
                    <a:lnTo>
                      <a:pt x="0" y="252233"/>
                    </a:lnTo>
                    <a:lnTo>
                      <a:pt x="3124" y="296015"/>
                    </a:lnTo>
                    <a:lnTo>
                      <a:pt x="12470" y="336820"/>
                    </a:lnTo>
                    <a:lnTo>
                      <a:pt x="27997" y="374067"/>
                    </a:lnTo>
                    <a:lnTo>
                      <a:pt x="49665" y="407177"/>
                    </a:lnTo>
                    <a:lnTo>
                      <a:pt x="77432" y="435568"/>
                    </a:lnTo>
                    <a:lnTo>
                      <a:pt x="111258" y="458660"/>
                    </a:lnTo>
                    <a:lnTo>
                      <a:pt x="151102" y="475874"/>
                    </a:lnTo>
                    <a:lnTo>
                      <a:pt x="196924" y="486627"/>
                    </a:lnTo>
                    <a:lnTo>
                      <a:pt x="248683" y="490341"/>
                    </a:lnTo>
                    <a:lnTo>
                      <a:pt x="289323" y="488424"/>
                    </a:lnTo>
                    <a:lnTo>
                      <a:pt x="323888" y="483469"/>
                    </a:lnTo>
                    <a:lnTo>
                      <a:pt x="351317" y="476664"/>
                    </a:lnTo>
                    <a:lnTo>
                      <a:pt x="370554" y="469200"/>
                    </a:lnTo>
                    <a:lnTo>
                      <a:pt x="354355" y="385380"/>
                    </a:lnTo>
                    <a:lnTo>
                      <a:pt x="336022" y="391357"/>
                    </a:lnTo>
                    <a:lnTo>
                      <a:pt x="313851" y="396278"/>
                    </a:lnTo>
                    <a:lnTo>
                      <a:pt x="289564" y="399616"/>
                    </a:lnTo>
                    <a:lnTo>
                      <a:pt x="264881" y="400846"/>
                    </a:lnTo>
                    <a:lnTo>
                      <a:pt x="212272" y="393858"/>
                    </a:lnTo>
                    <a:lnTo>
                      <a:pt x="169943" y="373685"/>
                    </a:lnTo>
                    <a:lnTo>
                      <a:pt x="138704" y="341508"/>
                    </a:lnTo>
                    <a:lnTo>
                      <a:pt x="119366" y="298511"/>
                    </a:lnTo>
                    <a:lnTo>
                      <a:pt x="112740" y="245877"/>
                    </a:lnTo>
                    <a:lnTo>
                      <a:pt x="120306" y="188964"/>
                    </a:lnTo>
                    <a:lnTo>
                      <a:pt x="141498" y="144930"/>
                    </a:lnTo>
                    <a:lnTo>
                      <a:pt x="174052" y="113642"/>
                    </a:lnTo>
                    <a:lnTo>
                      <a:pt x="215707" y="94967"/>
                    </a:lnTo>
                    <a:lnTo>
                      <a:pt x="264201" y="88772"/>
                    </a:lnTo>
                    <a:lnTo>
                      <a:pt x="291260" y="90238"/>
                    </a:lnTo>
                    <a:lnTo>
                      <a:pt x="315349" y="94150"/>
                    </a:lnTo>
                    <a:lnTo>
                      <a:pt x="336402" y="99775"/>
                    </a:lnTo>
                    <a:lnTo>
                      <a:pt x="354355" y="106384"/>
                    </a:lnTo>
                    <a:lnTo>
                      <a:pt x="376208" y="21161"/>
                    </a:lnTo>
                    <a:lnTo>
                      <a:pt x="357739" y="13689"/>
                    </a:lnTo>
                    <a:lnTo>
                      <a:pt x="331471" y="6878"/>
                    </a:lnTo>
                    <a:lnTo>
                      <a:pt x="298332" y="1917"/>
                    </a:lnTo>
                    <a:lnTo>
                      <a:pt x="259248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97" name="Google Shape;97;p30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1904120" y="6273360"/>
                <a:ext cx="59760" cy="597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98" name="Google Shape;98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7680" y="2244960"/>
            <a:ext cx="118800" cy="422712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1bYmilhOMiZzPRnzzdvgEaLS9XBIYeQwK1JN75BjNKo/edit?usp=sharing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abTo0011/entrega_1-prog_para_ciencia_datos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"/>
          <p:cNvSpPr txBox="1">
            <a:spLocks noGrp="1"/>
          </p:cNvSpPr>
          <p:nvPr>
            <p:ph type="title" idx="4294967295"/>
          </p:nvPr>
        </p:nvSpPr>
        <p:spPr>
          <a:xfrm>
            <a:off x="7013160" y="2601360"/>
            <a:ext cx="4280040" cy="113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s-CL" sz="2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Presentación EA1 “Transformación de datos”.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"/>
          <p:cNvSpPr/>
          <p:nvPr/>
        </p:nvSpPr>
        <p:spPr>
          <a:xfrm>
            <a:off x="6931800" y="4334760"/>
            <a:ext cx="4174920" cy="1585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Grupo N° :002</a:t>
            </a: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Integrantes: </a:t>
            </a: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Integrante 1: Gabriel Toledo</a:t>
            </a: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Integrante 2: Daniela Zarate</a:t>
            </a: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Evaluación Parcial N° 1</a:t>
            </a:r>
            <a:endParaRPr sz="14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"/>
          <p:cNvSpPr txBox="1">
            <a:spLocks noGrp="1"/>
          </p:cNvSpPr>
          <p:nvPr>
            <p:ph type="title" idx="4294967295"/>
          </p:nvPr>
        </p:nvSpPr>
        <p:spPr>
          <a:xfrm>
            <a:off x="8458560" y="2752560"/>
            <a:ext cx="2805480" cy="162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s-CL" sz="32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  <a:br>
              <a:rPr lang="es-CL" sz="3200" b="0" i="0" u="none" strike="noStrike" cap="none"/>
            </a:b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 txBox="1">
            <a:spLocks noGrp="1"/>
          </p:cNvSpPr>
          <p:nvPr>
            <p:ph type="body" idx="4294967295"/>
          </p:nvPr>
        </p:nvSpPr>
        <p:spPr>
          <a:xfrm>
            <a:off x="654840" y="551160"/>
            <a:ext cx="491652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</a:pPr>
            <a:r>
              <a:rPr lang="es-CL" sz="3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3"/>
          <p:cNvSpPr txBox="1">
            <a:spLocks noGrp="1"/>
          </p:cNvSpPr>
          <p:nvPr>
            <p:ph type="body" idx="4294967295"/>
          </p:nvPr>
        </p:nvSpPr>
        <p:spPr>
          <a:xfrm>
            <a:off x="647640" y="1725120"/>
            <a:ext cx="9896760" cy="34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32000" marR="0" lvl="0" indent="-324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lang="es-CL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Nuestro objetivo es consolidar la limpieza y casualidad de datos.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32000" marR="0" lvl="0" indent="-324000" algn="l" rtl="0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lang="es-CL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Unir estadísticas descriptivas claves tales como la demografía,causas,triage,territorio, cotos y temporalidad.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32000" marR="0" lvl="0" indent="-324000" algn="l" rtl="0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lang="es-CL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Incorporar un modelo logístico para explicar Hospital vs Centro de salud 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330400" y="149760"/>
            <a:ext cx="368136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b="1" i="0" u="none" strike="noStrike" cap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Integrante 1-INICIO: </a:t>
            </a:r>
            <a:r>
              <a:rPr lang="es-CL" sz="1200" b="1" dirty="0">
                <a:solidFill>
                  <a:srgbClr val="FF0000"/>
                </a:solidFill>
              </a:rPr>
              <a:t>Daniela zarate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"/>
          <p:cNvSpPr txBox="1">
            <a:spLocks noGrp="1"/>
          </p:cNvSpPr>
          <p:nvPr>
            <p:ph type="title" idx="4294967295"/>
          </p:nvPr>
        </p:nvSpPr>
        <p:spPr>
          <a:xfrm>
            <a:off x="8458560" y="2752560"/>
            <a:ext cx="2805480" cy="162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s-CL" sz="32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Diagnóstico del problema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"/>
          <p:cNvSpPr txBox="1">
            <a:spLocks noGrp="1"/>
          </p:cNvSpPr>
          <p:nvPr>
            <p:ph type="body" idx="4294967295"/>
          </p:nvPr>
        </p:nvSpPr>
        <p:spPr>
          <a:xfrm>
            <a:off x="3183480" y="610560"/>
            <a:ext cx="635652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</a:pPr>
            <a:r>
              <a:rPr lang="es-CL" sz="3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Diagnóstico del problema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9077760" y="149760"/>
            <a:ext cx="293400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lnSpc>
                <a:spcPct val="90000"/>
              </a:lnSpc>
            </a:pPr>
            <a:r>
              <a:rPr lang="es-CL" sz="1200" b="1" dirty="0">
                <a:solidFill>
                  <a:srgbClr val="FF0000"/>
                </a:solidFill>
              </a:rPr>
              <a:t>Integrante 1-INICIO: Daniela zarate</a:t>
            </a:r>
            <a:endParaRPr lang="es-CL" sz="1200" dirty="0"/>
          </a:p>
        </p:txBody>
      </p:sp>
      <p:sp>
        <p:nvSpPr>
          <p:cNvPr id="130" name="Google Shape;130;p5"/>
          <p:cNvSpPr txBox="1"/>
          <p:nvPr/>
        </p:nvSpPr>
        <p:spPr>
          <a:xfrm>
            <a:off x="828000" y="2340000"/>
            <a:ext cx="4392000" cy="34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432000" marR="0" lvl="0" indent="-259449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Noto Sans Symbols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32000" marR="0" lvl="0" indent="-333458" algn="l" rtl="0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lang="es-CL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 que se busca predecir es que la atención de urgencia ocurrirá en un hospital o en un centro de salud.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32000" marR="0" lvl="0" indent="-333458" algn="l" rtl="0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Noto Sans Symbols"/>
              <a:buChar char="●"/>
            </a:pPr>
            <a:r>
              <a:rPr lang="es-CL" sz="2800">
                <a:solidFill>
                  <a:schemeClr val="dk1"/>
                </a:solidFill>
              </a:rPr>
              <a:t>Y segun el territorio de atencion segun las regiones. 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5"/>
          <p:cNvSpPr txBox="1"/>
          <p:nvPr/>
        </p:nvSpPr>
        <p:spPr>
          <a:xfrm>
            <a:off x="1260000" y="1260000"/>
            <a:ext cx="95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</a:pPr>
            <a:r>
              <a:rPr lang="es-CL" sz="3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¿Podemos predecir una atención de urgencia?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5" title="da344be8-9066-4963-9a40-44257f270b7f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49175" y="2053500"/>
            <a:ext cx="4221750" cy="231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5" title="b1877e2a-7c2d-444d-baf2-a529f0b3cf0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97175" y="4483575"/>
            <a:ext cx="4900956" cy="218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>
            <a:spLocks noGrp="1"/>
          </p:cNvSpPr>
          <p:nvPr>
            <p:ph type="body" idx="4294967295"/>
          </p:nvPr>
        </p:nvSpPr>
        <p:spPr>
          <a:xfrm>
            <a:off x="1501560" y="1937880"/>
            <a:ext cx="9001080" cy="1962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s-CL" sz="6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Pausa de 2 min. Responde 2 preguntas</a:t>
            </a:r>
            <a:endParaRPr sz="6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"/>
          <p:cNvSpPr txBox="1">
            <a:spLocks noGrp="1"/>
          </p:cNvSpPr>
          <p:nvPr>
            <p:ph type="title" idx="4294967295"/>
          </p:nvPr>
        </p:nvSpPr>
        <p:spPr>
          <a:xfrm>
            <a:off x="8458560" y="2752560"/>
            <a:ext cx="2805480" cy="162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s-CL" sz="32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Análisis Final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"/>
          <p:cNvSpPr txBox="1">
            <a:spLocks noGrp="1"/>
          </p:cNvSpPr>
          <p:nvPr>
            <p:ph type="body" idx="4294967295"/>
          </p:nvPr>
        </p:nvSpPr>
        <p:spPr>
          <a:xfrm>
            <a:off x="654840" y="551160"/>
            <a:ext cx="491652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</a:pPr>
            <a:r>
              <a:rPr lang="es-CL" sz="3200" b="1">
                <a:solidFill>
                  <a:schemeClr val="dk1"/>
                </a:solidFill>
              </a:rPr>
              <a:t>Analisis de los graficos segun lo estudiado 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 txBox="1">
            <a:spLocks noGrp="1"/>
          </p:cNvSpPr>
          <p:nvPr>
            <p:ph type="body" idx="4294967295"/>
          </p:nvPr>
        </p:nvSpPr>
        <p:spPr>
          <a:xfrm>
            <a:off x="129209" y="1987826"/>
            <a:ext cx="4995031" cy="358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292100" algn="l" rtl="0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s-CL" sz="1000" dirty="0">
                <a:solidFill>
                  <a:schemeClr val="dk1"/>
                </a:solidFill>
                <a:highlight>
                  <a:schemeClr val="lt1"/>
                </a:highlight>
              </a:rPr>
              <a:t>La demanda se concentra en </a:t>
            </a:r>
            <a:r>
              <a:rPr lang="es-CL" sz="1000" dirty="0" err="1">
                <a:solidFill>
                  <a:schemeClr val="dk1"/>
                </a:solidFill>
                <a:highlight>
                  <a:schemeClr val="lt1"/>
                </a:highlight>
              </a:rPr>
              <a:t>triage</a:t>
            </a:r>
            <a:r>
              <a:rPr lang="es-CL" sz="1000" dirty="0">
                <a:solidFill>
                  <a:schemeClr val="dk1"/>
                </a:solidFill>
                <a:highlight>
                  <a:schemeClr val="lt1"/>
                </a:highlight>
              </a:rPr>
              <a:t> medios, lo que indica que llegan muchas urgencias de complejidad intermedia.</a:t>
            </a:r>
            <a:endParaRPr sz="10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s-CL" sz="1000" dirty="0">
                <a:solidFill>
                  <a:schemeClr val="dk1"/>
                </a:solidFill>
                <a:highlight>
                  <a:schemeClr val="lt1"/>
                </a:highlight>
              </a:rPr>
              <a:t>Los hospitales atienden más casos que los centros de salud, por lo que absorben la mayor carga asistencial.</a:t>
            </a:r>
            <a:endParaRPr sz="10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s-CL" sz="1000" dirty="0">
                <a:solidFill>
                  <a:schemeClr val="dk1"/>
                </a:solidFill>
                <a:highlight>
                  <a:schemeClr val="lt1"/>
                </a:highlight>
              </a:rPr>
              <a:t>El costo de atención se distribuye de forma amplia, es decir, hay casos baratos y otros mucho más costosos.</a:t>
            </a:r>
            <a:endParaRPr sz="10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s-CL" sz="1000" dirty="0">
                <a:solidFill>
                  <a:schemeClr val="dk1"/>
                </a:solidFill>
                <a:highlight>
                  <a:schemeClr val="lt1"/>
                </a:highlight>
              </a:rPr>
              <a:t>Al mirar el costo por </a:t>
            </a:r>
            <a:r>
              <a:rPr lang="es-CL" sz="1000" dirty="0" err="1">
                <a:solidFill>
                  <a:schemeClr val="dk1"/>
                </a:solidFill>
                <a:highlight>
                  <a:schemeClr val="lt1"/>
                </a:highlight>
              </a:rPr>
              <a:t>triage</a:t>
            </a:r>
            <a:r>
              <a:rPr lang="es-CL" sz="1000" dirty="0">
                <a:solidFill>
                  <a:schemeClr val="dk1"/>
                </a:solidFill>
                <a:highlight>
                  <a:schemeClr val="lt1"/>
                </a:highlight>
              </a:rPr>
              <a:t>, se observa que los niveles más complejos tienden a mostrar mayor variación y, en general, mayor costo.</a:t>
            </a:r>
            <a:endParaRPr sz="10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000" dirty="0">
                <a:solidFill>
                  <a:schemeClr val="dk1"/>
                </a:solidFill>
                <a:highlight>
                  <a:schemeClr val="lt1"/>
                </a:highlight>
              </a:rPr>
              <a:t>Conclusión:</a:t>
            </a:r>
            <a:br>
              <a:rPr lang="es-CL" sz="1000" dirty="0">
                <a:solidFill>
                  <a:schemeClr val="dk1"/>
                </a:solidFill>
                <a:highlight>
                  <a:schemeClr val="lt1"/>
                </a:highlight>
              </a:rPr>
            </a:br>
            <a:r>
              <a:rPr lang="es-CL" sz="1000" dirty="0">
                <a:solidFill>
                  <a:schemeClr val="dk1"/>
                </a:solidFill>
                <a:highlight>
                  <a:schemeClr val="lt1"/>
                </a:highlight>
              </a:rPr>
              <a:t>La red de urgencias atiende principalmente casos de complejidad intermedia, con mayor carga en hospitales y costos muy variables según el tipo de atención y la gravedad.</a:t>
            </a:r>
            <a:endParaRPr sz="10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8548560" y="149760"/>
            <a:ext cx="344664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b="1" i="0" u="none" strike="noStrike" cap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Integrante 2-INICIO: Gabriel Toledo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6563880" y="5441760"/>
            <a:ext cx="396864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" name="Google Shape;152;p8" title="0ab364d9-d622-45d6-89ac-9e2df5fb0fa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92685" y="3504522"/>
            <a:ext cx="3968639" cy="2406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349F07A-F68A-7B20-48A8-B1C5EB6A23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360" y="464429"/>
            <a:ext cx="4067919" cy="27254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8" title="f92a947a-d798-41fa-8517-f92d9db51d75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9269" y="904461"/>
            <a:ext cx="6430615" cy="3212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8" title="72ca74db-9f68-4424-bfc8-93bd98be6ee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47451" y="904461"/>
            <a:ext cx="4731027" cy="331468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48884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6274A9D-7D1B-C2E3-7D44-B99CD0255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81" y="1378172"/>
            <a:ext cx="11555438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563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 txBox="1">
            <a:spLocks noGrp="1"/>
          </p:cNvSpPr>
          <p:nvPr>
            <p:ph type="body" idx="4294967295"/>
          </p:nvPr>
        </p:nvSpPr>
        <p:spPr>
          <a:xfrm>
            <a:off x="654840" y="551160"/>
            <a:ext cx="491652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</a:pPr>
            <a:r>
              <a:rPr lang="es-CL" sz="3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Ejemplo de código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9"/>
          <p:cNvSpPr txBox="1">
            <a:spLocks noGrp="1"/>
          </p:cNvSpPr>
          <p:nvPr>
            <p:ph type="body" idx="4294967295"/>
          </p:nvPr>
        </p:nvSpPr>
        <p:spPr>
          <a:xfrm>
            <a:off x="356462" y="1305063"/>
            <a:ext cx="5925068" cy="4539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s-CL" sz="16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MÉTRICAS — Regresión Lineal</a:t>
            </a:r>
            <a:endParaRPr sz="16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SzPct val="100000"/>
              <a:buFont typeface="Arial"/>
              <a:buNone/>
            </a:pPr>
            <a:endParaRPr sz="1600" b="0" i="0" u="none" strike="noStrike" cap="none" dirty="0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Las métricas exactas de la regresión lineal son:</a:t>
            </a: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82575" algn="l" rtl="0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R2(</a:t>
            </a:r>
            <a:r>
              <a:rPr lang="es-CL" sz="1600" dirty="0" err="1">
                <a:solidFill>
                  <a:schemeClr val="dk1"/>
                </a:solidFill>
                <a:highlight>
                  <a:schemeClr val="lt1"/>
                </a:highlight>
              </a:rPr>
              <a:t>coef</a:t>
            </a: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. determinación) : -0.0020 </a:t>
            </a: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825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MAE(Error Medio Absoluto) : 25,296.59 CLP</a:t>
            </a: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825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MSE(Error Cuadrático Medio) : 3,468,978,232.15 CLP²</a:t>
            </a: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825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RMSE(Raíz del Error Cuadrático Medio) : 58,898.03 CLP</a:t>
            </a: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La interpretación es esta:</a:t>
            </a: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82575" algn="l" rtl="0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R2 = -0.0020</a:t>
            </a:r>
            <a:b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</a:b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El modelo prácticamente no explica el costo de atención. Incluso rinde peor que usar solo el promedio del costo como predicción.</a:t>
            </a:r>
          </a:p>
          <a:p>
            <a:pPr marL="457200" lvl="0" indent="-282575" algn="l" rtl="0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825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MAE = 25,296.59 CLP</a:t>
            </a:r>
            <a:b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</a:b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En promedio, el modelo se equivoca por unos 25 mil pesos por atención.</a:t>
            </a:r>
          </a:p>
          <a:p>
            <a:pPr marL="457200" lvl="0" indent="-2825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825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MSE = 3,468,978,232.15 CLP²</a:t>
            </a:r>
            <a:b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</a:b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Es un error cuadrático alto; penaliza más los errores grandes y confirma que hay mucha dispersión.</a:t>
            </a:r>
          </a:p>
          <a:p>
            <a:pPr marL="457200" lvl="0" indent="-2825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457200" lvl="0" indent="-2825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RMSE = 58,898.03 CLP</a:t>
            </a:r>
            <a:b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</a:br>
            <a:r>
              <a:rPr lang="es-CL" sz="1600" dirty="0">
                <a:solidFill>
                  <a:schemeClr val="dk1"/>
                </a:solidFill>
                <a:highlight>
                  <a:schemeClr val="lt1"/>
                </a:highlight>
              </a:rPr>
              <a:t>El error típico de predicción está cerca de 59 mil pesos, lo que es elevado frente a la escala de costos observada.</a:t>
            </a: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30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5999350" y="6128672"/>
            <a:ext cx="2859000" cy="4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Código 01: REGRESIÓN LINEAL: Entrenar y evaluar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None/>
            </a:pP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9"/>
          <p:cNvSpPr/>
          <p:nvPr/>
        </p:nvSpPr>
        <p:spPr>
          <a:xfrm>
            <a:off x="7336322" y="168606"/>
            <a:ext cx="6433892" cy="580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Desempeno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modelo de gasto: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Regresion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Lineal (Real vs Predicho)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if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costoatencionclp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 in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df.columns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cols_candidatas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['causa', 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prioridadtriage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', 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regionglosa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', 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tipoestablecimiento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']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cols_modelo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[c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for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c in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cols_candidatas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if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c in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df.columns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]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if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cols_modelo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df_reg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df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[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cols_modelo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+ ['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costoatencionclp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']].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dropna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().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copy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X_reg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df_reg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[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cols_modelo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].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astype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string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').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fillna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('desconocido')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y_reg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df_reg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['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costoatencionclp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']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CL" sz="700" dirty="0">
              <a:solidFill>
                <a:schemeClr val="dk1"/>
              </a:solidFill>
              <a:highlight>
                <a:schemeClr val="lt1"/>
              </a:highlight>
              <a:latin typeface="+mj-lt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X_train_r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X_test_r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y_train_r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y_test_r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train_test_split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X_reg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y_reg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test_size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=0.25,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random_state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=42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CL" sz="700" dirty="0">
              <a:solidFill>
                <a:schemeClr val="dk1"/>
              </a:solidFill>
              <a:highlight>
                <a:schemeClr val="lt1"/>
              </a:highlight>
              <a:latin typeface="+mj-lt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preproceso_r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ColumnTransformer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transformers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=[('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cat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OneHotEncoder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handle_unknown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='ignore'),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cols_modelo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)]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modelo_r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Pipeline(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steps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=[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    ('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prep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preproceso_r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),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    ('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linreg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LinearRegression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())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])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CL" sz="700" dirty="0">
              <a:solidFill>
                <a:schemeClr val="dk1"/>
              </a:solidFill>
              <a:highlight>
                <a:schemeClr val="lt1"/>
              </a:highlight>
              <a:latin typeface="+mj-lt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modelo_r.fit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X_train_r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y_train_r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y_pred_r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modelo_r.predict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X_test_r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r2_reg = r2_score(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y_test_r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y_pred_r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CL" sz="700" dirty="0">
              <a:solidFill>
                <a:schemeClr val="dk1"/>
              </a:solidFill>
              <a:highlight>
                <a:schemeClr val="lt1"/>
              </a:highlight>
              <a:latin typeface="+mj-lt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plt.figure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figsize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=(7, 7))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plt.scatter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y_test_r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y_pred_r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alpha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=0.35, color='#3a86ff',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edgecolor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='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none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')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min_v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float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(min(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y_test_r.min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(),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y_pred_r.min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()))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max_v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=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float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max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y_test_r.max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(),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y_pred_r.max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()))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plt.plot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([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min_v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max_v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], [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min_v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max_v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], '--', color='gray',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linewidth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=1.5)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plt.title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f'Regresion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lineal: Real vs Predicho (R2={r2_reg:.3f})')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plt.xlabel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('Costo real (CLP)')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plt.ylabel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('Costo predicho (CLP)')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plt.tight_layout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plt.show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CL" sz="700" dirty="0">
              <a:solidFill>
                <a:schemeClr val="dk1"/>
              </a:solidFill>
              <a:highlight>
                <a:schemeClr val="lt1"/>
              </a:highlight>
              <a:latin typeface="+mj-lt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print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(f'R2 de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regresion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lineal: {r2_reg:.4f}')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else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       </a:t>
            </a:r>
            <a:r>
              <a:rPr lang="es-CL" sz="700" dirty="0" err="1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print</a:t>
            </a:r>
            <a:r>
              <a:rPr lang="es-CL" sz="700" dirty="0">
                <a:solidFill>
                  <a:schemeClr val="dk1"/>
                </a:solidFill>
                <a:highlight>
                  <a:schemeClr val="lt1"/>
                </a:highlight>
                <a:latin typeface="+mj-lt"/>
                <a:ea typeface="Courier New"/>
                <a:cs typeface="Courier New"/>
                <a:sym typeface="Courier New"/>
              </a:rPr>
              <a:t>('No hay suficientes variables explicativas para el modelo de gasto.')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8EC4C46-94A8-4F36-0808-8690EA96AF1E}"/>
              </a:ext>
            </a:extLst>
          </p:cNvPr>
          <p:cNvSpPr txBox="1"/>
          <p:nvPr/>
        </p:nvSpPr>
        <p:spPr>
          <a:xfrm>
            <a:off x="534228" y="60957"/>
            <a:ext cx="315319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b="1" i="0" u="none" strike="noStrike" cap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Integrante 2-INICIO: Gabriel Toledo</a:t>
            </a:r>
            <a:endParaRPr lang="es-CL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0"/>
          <p:cNvSpPr txBox="1">
            <a:spLocks noGrp="1"/>
          </p:cNvSpPr>
          <p:nvPr>
            <p:ph type="body" idx="4294967295"/>
          </p:nvPr>
        </p:nvSpPr>
        <p:spPr>
          <a:xfrm>
            <a:off x="654840" y="551160"/>
            <a:ext cx="491652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</a:pPr>
            <a:r>
              <a:rPr lang="es-CL" sz="3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Análisis final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8447760" y="149760"/>
            <a:ext cx="356400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Integrante 2-FIN: Margarita Flores (6 min)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0"/>
          <p:cNvSpPr/>
          <p:nvPr/>
        </p:nvSpPr>
        <p:spPr>
          <a:xfrm>
            <a:off x="728450" y="1104548"/>
            <a:ext cx="10495200" cy="63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El flujo completo de ciencia de datos se ejecuto de forma ordenada y reproducible, desde la carga inicial hasta la comparacion de modelos. El proceso permitio transformar datos crudos con problemas reales en una base analitica util para tomar decisiones de negocio.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Resumen del proceso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- Carga y diagnostico de datos crudos: se identificaron problemas de calidad como duplicados, valores nulos, categorias inconsistentes y variables con distribuciones atipicas.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- Limpieza sistematica: se eliminaron duplicados, se corrigieron outliers, se imputaron valores faltantes con la mediana y se estandarizaron categorias relevantes.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- Ingenieria de caracteristicas: se crearon nuevas variables con sentido de negocio para mejorar la capacidad explicativa del analisis.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- Pipeline reproducible: se implemento un flujo consistente con estandarizacion, codificacion automatica y separacion adecuada entre entrenamiento y prueba.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- Analisis bias-varianza: se evaluo la complejidad del modelo para evitar tanto subajuste como sobreajuste.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- Comparacion de modelos: se entrenaron, evaluaron y contrastaron 4 modelos, priorizando desempeño y estabilidad.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45720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 Hallazgos principales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1. La limpieza de datos fue critica para mejorar la confiabilidad del analisis y reducir ruido en el modelado.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2. Las nuevas variables aportaron valor predictivo, al capturar patrones que no eran visibles en el dataset original.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3. El pipeline automatizado mejoro la reproducibilidad, facilitando futuras actualizaciones del modelo.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4. El analisis bias-varianza mostro el nivel de complejidad adecuado, logrando un balance razonable entre capacidad predictiva y generalizacion.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5. La comparacion de modelos permitio seleccionar la mejor alternativa segun las metricas definidas, evitando decisiones basadas solo en intuicion.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 Conclusion ejecutiva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El analisis confirma que un proceso riguroso de preparacion de datos, junto con una seleccion cuidadosa de variables y modelos, permite construir una solucion analitica solida para clientes de telecomunicaciones. En terminos de negocio, este enfoque mejora la interpretacion de los patrones observados, fortalece la capacidad predictiva y entrega una base confiable para apoyar decisiones comerciales y operativas.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Recomendación final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Para la siguiente iteracion, se sugiere: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- incorporar mas variables de comportamiento del cliente,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- probar modelos no lineales adicionales,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>
                <a:solidFill>
                  <a:schemeClr val="dk1"/>
                </a:solidFill>
              </a:rPr>
              <a:t>- y validar el desempeño con metricas orientadas al objetivo de negocio.</a:t>
            </a:r>
            <a:endParaRPr sz="1100"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1857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79222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s-CL" sz="1800" b="0" i="0" u="none" strike="noStrike" cap="none">
                <a:latin typeface="Arial"/>
                <a:ea typeface="Arial"/>
                <a:cs typeface="Arial"/>
                <a:sym typeface="Arial"/>
              </a:rPr>
            </a:b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"/>
          <p:cNvSpPr txBox="1">
            <a:spLocks noGrp="1"/>
          </p:cNvSpPr>
          <p:nvPr>
            <p:ph type="title" idx="4294967295"/>
          </p:nvPr>
        </p:nvSpPr>
        <p:spPr>
          <a:xfrm>
            <a:off x="8458560" y="2752560"/>
            <a:ext cx="2805480" cy="162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s-CL" sz="32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Anexos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2"/>
          <p:cNvSpPr txBox="1">
            <a:spLocks noGrp="1"/>
          </p:cNvSpPr>
          <p:nvPr>
            <p:ph type="body" idx="4294967295"/>
          </p:nvPr>
        </p:nvSpPr>
        <p:spPr>
          <a:xfrm>
            <a:off x="654840" y="551160"/>
            <a:ext cx="4916520" cy="46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</a:pPr>
            <a:r>
              <a:rPr lang="es-CL" sz="3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Anexos</a:t>
            </a: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2"/>
          <p:cNvSpPr txBox="1">
            <a:spLocks noGrp="1"/>
          </p:cNvSpPr>
          <p:nvPr>
            <p:ph type="body" idx="4294967295"/>
          </p:nvPr>
        </p:nvSpPr>
        <p:spPr>
          <a:xfrm>
            <a:off x="640800" y="1137600"/>
            <a:ext cx="4930560" cy="5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rPr lang="es-CL" sz="1400" dirty="0">
                <a:solidFill>
                  <a:schemeClr val="dk1"/>
                </a:solidFill>
                <a:hlinkClick r:id="rId3"/>
              </a:rPr>
              <a:t>https://docs.google.com/document/d/11bYmilhOMiZzPRnzzdvgEaLS9XBIYeQwK1JN75BjNKo/edit?usp=sharing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2"/>
          <p:cNvSpPr txBox="1"/>
          <p:nvPr/>
        </p:nvSpPr>
        <p:spPr>
          <a:xfrm>
            <a:off x="530025" y="2034375"/>
            <a:ext cx="4931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hlinkClick r:id="rId4"/>
              </a:rPr>
              <a:t>https://github.com/GabTo0011/entrega_1-prog_para_ciencia_datos</a:t>
            </a:r>
            <a:endParaRPr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1364</Words>
  <Application>Microsoft Office PowerPoint</Application>
  <PresentationFormat>Panorámica</PresentationFormat>
  <Paragraphs>120</Paragraphs>
  <Slides>15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9</vt:i4>
      </vt:variant>
      <vt:variant>
        <vt:lpstr>Títulos de diapositiva</vt:lpstr>
      </vt:variant>
      <vt:variant>
        <vt:i4>15</vt:i4>
      </vt:variant>
    </vt:vector>
  </HeadingPairs>
  <TitlesOfParts>
    <vt:vector size="27" baseType="lpstr">
      <vt:lpstr>Arial</vt:lpstr>
      <vt:lpstr>Noto Sans Symbols</vt:lpstr>
      <vt:lpstr>Times New Roman</vt:lpstr>
      <vt:lpstr>Tema de Office</vt:lpstr>
      <vt:lpstr>Tema de Office</vt:lpstr>
      <vt:lpstr>Tema de Office</vt:lpstr>
      <vt:lpstr>Tema de Office</vt:lpstr>
      <vt:lpstr>Tema de Office</vt:lpstr>
      <vt:lpstr>Tema de Office</vt:lpstr>
      <vt:lpstr>Tema de Office</vt:lpstr>
      <vt:lpstr>Tema de Office</vt:lpstr>
      <vt:lpstr>Tema de Office</vt:lpstr>
      <vt:lpstr>Presentación EA1 “Transformación de datos”.</vt:lpstr>
      <vt:lpstr>Objetivo </vt:lpstr>
      <vt:lpstr>Presentación de PowerPoint</vt:lpstr>
      <vt:lpstr>Diagnóstico del problema</vt:lpstr>
      <vt:lpstr>Presentación de PowerPoint</vt:lpstr>
      <vt:lpstr>Presentación de PowerPoint</vt:lpstr>
      <vt:lpstr>Análisis Final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Anexos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Daniela Osorio C.</dc:creator>
  <cp:lastModifiedBy>Gabriel Toledo</cp:lastModifiedBy>
  <cp:revision>1</cp:revision>
  <dcterms:created xsi:type="dcterms:W3CDTF">2024-03-07T18:55:37Z</dcterms:created>
  <dcterms:modified xsi:type="dcterms:W3CDTF">2026-04-22T01:11:44Z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mplianceAssetId">
    <vt:lpwstr/>
  </property>
  <property fmtid="{D5CDD505-2E9C-101B-9397-08002B2CF9AE}" pid="3" name="ContentTypeId">
    <vt:lpwstr>0x010100B7B2C2C7448D3B49B948ADF2E0C59D3B</vt:lpwstr>
  </property>
  <property fmtid="{D5CDD505-2E9C-101B-9397-08002B2CF9AE}" pid="4" name="Notes">
    <vt:i4>1</vt:i4>
  </property>
  <property fmtid="{D5CDD505-2E9C-101B-9397-08002B2CF9AE}" pid="5" name="Order">
    <vt:r8>170200</vt:r8>
  </property>
  <property fmtid="{D5CDD505-2E9C-101B-9397-08002B2CF9AE}" pid="6" name="PresentationFormat">
    <vt:lpwstr>Panorámica</vt:lpwstr>
  </property>
  <property fmtid="{D5CDD505-2E9C-101B-9397-08002B2CF9AE}" pid="7" name="Slides">
    <vt:i4>13</vt:i4>
  </property>
  <property fmtid="{D5CDD505-2E9C-101B-9397-08002B2CF9AE}" pid="8" name="TemplateUrl">
    <vt:lpwstr/>
  </property>
  <property fmtid="{D5CDD505-2E9C-101B-9397-08002B2CF9AE}" pid="9" name="TriggerFlowInfo">
    <vt:lpwstr/>
  </property>
  <property fmtid="{D5CDD505-2E9C-101B-9397-08002B2CF9AE}" pid="10" name="_ExtendedDescription">
    <vt:lpwstr/>
  </property>
  <property fmtid="{D5CDD505-2E9C-101B-9397-08002B2CF9AE}" pid="11" name="_SharedFileIndex">
    <vt:lpwstr/>
  </property>
  <property fmtid="{D5CDD505-2E9C-101B-9397-08002B2CF9AE}" pid="12" name="_SourceUrl">
    <vt:lpwstr/>
  </property>
  <property fmtid="{D5CDD505-2E9C-101B-9397-08002B2CF9AE}" pid="13" name="xd_ProgID">
    <vt:lpwstr/>
  </property>
  <property fmtid="{D5CDD505-2E9C-101B-9397-08002B2CF9AE}" pid="14" name="xd_Signature">
    <vt:bool>false</vt:bool>
  </property>
</Properties>
</file>